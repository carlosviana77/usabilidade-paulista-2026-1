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4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5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19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9" r:id="rId13"/>
    <p:sldId id="268" r:id="rId14"/>
    <p:sldId id="270" r:id="rId15"/>
    <p:sldId id="272" r:id="rId16"/>
    <p:sldId id="273" r:id="rId17"/>
    <p:sldId id="274" r:id="rId1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71401" autoAdjust="0"/>
  </p:normalViewPr>
  <p:slideViewPr>
    <p:cSldViewPr snapToGrid="0">
      <p:cViewPr varScale="1">
        <p:scale>
          <a:sx n="49" d="100"/>
          <a:sy n="49" d="100"/>
        </p:scale>
        <p:origin x="1536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24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6" Type="http://schemas.openxmlformats.org/officeDocument/2006/relationships/image" Target="../media/image32.svg"/><Relationship Id="rId5" Type="http://schemas.openxmlformats.org/officeDocument/2006/relationships/image" Target="../media/image31.png"/><Relationship Id="rId4" Type="http://schemas.openxmlformats.org/officeDocument/2006/relationships/image" Target="../media/image30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6" Type="http://schemas.openxmlformats.org/officeDocument/2006/relationships/image" Target="../media/image32.svg"/><Relationship Id="rId5" Type="http://schemas.openxmlformats.org/officeDocument/2006/relationships/image" Target="../media/image31.png"/><Relationship Id="rId4" Type="http://schemas.openxmlformats.org/officeDocument/2006/relationships/image" Target="../media/image30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svg"/><Relationship Id="rId1" Type="http://schemas.openxmlformats.org/officeDocument/2006/relationships/image" Target="../media/image33.png"/><Relationship Id="rId6" Type="http://schemas.openxmlformats.org/officeDocument/2006/relationships/image" Target="../media/image38.svg"/><Relationship Id="rId5" Type="http://schemas.openxmlformats.org/officeDocument/2006/relationships/image" Target="../media/image37.png"/><Relationship Id="rId4" Type="http://schemas.openxmlformats.org/officeDocument/2006/relationships/image" Target="../media/image36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24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6" Type="http://schemas.openxmlformats.org/officeDocument/2006/relationships/image" Target="../media/image32.svg"/><Relationship Id="rId5" Type="http://schemas.openxmlformats.org/officeDocument/2006/relationships/image" Target="../media/image31.png"/><Relationship Id="rId4" Type="http://schemas.openxmlformats.org/officeDocument/2006/relationships/image" Target="../media/image30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6" Type="http://schemas.openxmlformats.org/officeDocument/2006/relationships/image" Target="../media/image32.svg"/><Relationship Id="rId5" Type="http://schemas.openxmlformats.org/officeDocument/2006/relationships/image" Target="../media/image31.png"/><Relationship Id="rId4" Type="http://schemas.openxmlformats.org/officeDocument/2006/relationships/image" Target="../media/image30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svg"/><Relationship Id="rId1" Type="http://schemas.openxmlformats.org/officeDocument/2006/relationships/image" Target="../media/image33.png"/><Relationship Id="rId6" Type="http://schemas.openxmlformats.org/officeDocument/2006/relationships/image" Target="../media/image38.svg"/><Relationship Id="rId5" Type="http://schemas.openxmlformats.org/officeDocument/2006/relationships/image" Target="../media/image37.png"/><Relationship Id="rId4" Type="http://schemas.openxmlformats.org/officeDocument/2006/relationships/image" Target="../media/image3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8DDE192-6CE4-4977-9F76-555699DC26C0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FEBCF7C4-DF0A-4441-AC0E-E2831B5B16FC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b="1"/>
            <a:t>Alternativas textuais:</a:t>
          </a:r>
          <a:r>
            <a:rPr lang="pt-BR"/>
            <a:t> Fornecer texto alternativo para conteúdo não textual.</a:t>
          </a:r>
          <a:endParaRPr lang="en-US"/>
        </a:p>
      </dgm:t>
    </dgm:pt>
    <dgm:pt modelId="{8F4C49DC-5AEE-4B76-B627-F64E420D5502}" type="parTrans" cxnId="{E2E1ADA6-E918-4E20-8497-5488531BE356}">
      <dgm:prSet/>
      <dgm:spPr/>
      <dgm:t>
        <a:bodyPr/>
        <a:lstStyle/>
        <a:p>
          <a:endParaRPr lang="en-US"/>
        </a:p>
      </dgm:t>
    </dgm:pt>
    <dgm:pt modelId="{D275BC9B-4068-4CB2-B345-FA61A46DD0BC}" type="sibTrans" cxnId="{E2E1ADA6-E918-4E20-8497-5488531BE356}">
      <dgm:prSet/>
      <dgm:spPr/>
      <dgm:t>
        <a:bodyPr/>
        <a:lstStyle/>
        <a:p>
          <a:endParaRPr lang="en-US"/>
        </a:p>
      </dgm:t>
    </dgm:pt>
    <dgm:pt modelId="{CDBC6A2B-F4B6-409E-9162-E8117FEEAB0C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b="1"/>
            <a:t>Mídia temporal:</a:t>
          </a:r>
          <a:r>
            <a:rPr lang="pt-BR"/>
            <a:t> Oferecer legendas e audiodescrição para conteúdo multimídia</a:t>
          </a:r>
          <a:endParaRPr lang="en-US"/>
        </a:p>
      </dgm:t>
    </dgm:pt>
    <dgm:pt modelId="{8ECD5883-B244-47D1-8556-C759FF283369}" type="parTrans" cxnId="{EB3304CD-3B1F-4E8D-8BA5-E967F779B808}">
      <dgm:prSet/>
      <dgm:spPr/>
      <dgm:t>
        <a:bodyPr/>
        <a:lstStyle/>
        <a:p>
          <a:endParaRPr lang="en-US"/>
        </a:p>
      </dgm:t>
    </dgm:pt>
    <dgm:pt modelId="{505CAB50-B7B3-441F-B1B2-D82A80FC79BE}" type="sibTrans" cxnId="{EB3304CD-3B1F-4E8D-8BA5-E967F779B808}">
      <dgm:prSet/>
      <dgm:spPr/>
      <dgm:t>
        <a:bodyPr/>
        <a:lstStyle/>
        <a:p>
          <a:endParaRPr lang="en-US"/>
        </a:p>
      </dgm:t>
    </dgm:pt>
    <dgm:pt modelId="{3C99FFEA-2F3D-4290-97EF-7189683743DA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b="1"/>
            <a:t>Adaptabilidade:</a:t>
          </a:r>
          <a:r>
            <a:rPr lang="pt-BR"/>
            <a:t> Criar conteúdo que possa ser apresentado de diferentes formas sem perder informação</a:t>
          </a:r>
          <a:endParaRPr lang="en-US"/>
        </a:p>
      </dgm:t>
    </dgm:pt>
    <dgm:pt modelId="{9E848EE0-CEDC-436A-88F6-CD9C070345E8}" type="parTrans" cxnId="{9874B255-0E4B-499A-A03D-735AB84BE756}">
      <dgm:prSet/>
      <dgm:spPr/>
      <dgm:t>
        <a:bodyPr/>
        <a:lstStyle/>
        <a:p>
          <a:endParaRPr lang="en-US"/>
        </a:p>
      </dgm:t>
    </dgm:pt>
    <dgm:pt modelId="{756B7081-B641-4BB9-ADD7-E10FCABE2C96}" type="sibTrans" cxnId="{9874B255-0E4B-499A-A03D-735AB84BE756}">
      <dgm:prSet/>
      <dgm:spPr/>
      <dgm:t>
        <a:bodyPr/>
        <a:lstStyle/>
        <a:p>
          <a:endParaRPr lang="en-US"/>
        </a:p>
      </dgm:t>
    </dgm:pt>
    <dgm:pt modelId="{8C291A2E-A75A-4DB9-A37A-92DD80E1DF13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b="1"/>
            <a:t>Distinguibilidade:</a:t>
          </a:r>
          <a:r>
            <a:rPr lang="pt-BR"/>
            <a:t> Facilitar a visualização e audição do conteúdo, incluindo contraste adequado</a:t>
          </a:r>
          <a:endParaRPr lang="en-US"/>
        </a:p>
      </dgm:t>
    </dgm:pt>
    <dgm:pt modelId="{7CB38099-78D7-4E79-9A53-6E5003FAF73E}" type="parTrans" cxnId="{1C14610B-4E33-4670-82CF-DEE1EC75D541}">
      <dgm:prSet/>
      <dgm:spPr/>
      <dgm:t>
        <a:bodyPr/>
        <a:lstStyle/>
        <a:p>
          <a:endParaRPr lang="en-US"/>
        </a:p>
      </dgm:t>
    </dgm:pt>
    <dgm:pt modelId="{883840BD-DADC-4942-AEFC-E3D4FE0ADF9B}" type="sibTrans" cxnId="{1C14610B-4E33-4670-82CF-DEE1EC75D541}">
      <dgm:prSet/>
      <dgm:spPr/>
      <dgm:t>
        <a:bodyPr/>
        <a:lstStyle/>
        <a:p>
          <a:endParaRPr lang="en-US"/>
        </a:p>
      </dgm:t>
    </dgm:pt>
    <dgm:pt modelId="{EDE519F6-5827-4CCB-8FDD-16129D3FE0B1}" type="pres">
      <dgm:prSet presAssocID="{18DDE192-6CE4-4977-9F76-555699DC26C0}" presName="root" presStyleCnt="0">
        <dgm:presLayoutVars>
          <dgm:dir/>
          <dgm:resizeHandles val="exact"/>
        </dgm:presLayoutVars>
      </dgm:prSet>
      <dgm:spPr/>
    </dgm:pt>
    <dgm:pt modelId="{3DF3CD75-5D14-4BAB-B66F-888F9AE4BDD2}" type="pres">
      <dgm:prSet presAssocID="{FEBCF7C4-DF0A-4441-AC0E-E2831B5B16FC}" presName="compNode" presStyleCnt="0"/>
      <dgm:spPr/>
    </dgm:pt>
    <dgm:pt modelId="{00783E71-6F27-44E2-AC5B-C44C11D11F3F}" type="pres">
      <dgm:prSet presAssocID="{FEBCF7C4-DF0A-4441-AC0E-E2831B5B16FC}" presName="bgRect" presStyleLbl="bgShp" presStyleIdx="0" presStyleCnt="4"/>
      <dgm:spPr/>
    </dgm:pt>
    <dgm:pt modelId="{EC5B8A78-09A4-4EF8-889E-01EE053C1BA9}" type="pres">
      <dgm:prSet presAssocID="{FEBCF7C4-DF0A-4441-AC0E-E2831B5B16FC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Book"/>
        </a:ext>
      </dgm:extLst>
    </dgm:pt>
    <dgm:pt modelId="{6BBB859A-3D2C-4804-84F9-3073759A28B5}" type="pres">
      <dgm:prSet presAssocID="{FEBCF7C4-DF0A-4441-AC0E-E2831B5B16FC}" presName="spaceRect" presStyleCnt="0"/>
      <dgm:spPr/>
    </dgm:pt>
    <dgm:pt modelId="{7ECE028C-D305-4C57-BF71-8C9EC7814C4D}" type="pres">
      <dgm:prSet presAssocID="{FEBCF7C4-DF0A-4441-AC0E-E2831B5B16FC}" presName="parTx" presStyleLbl="revTx" presStyleIdx="0" presStyleCnt="4">
        <dgm:presLayoutVars>
          <dgm:chMax val="0"/>
          <dgm:chPref val="0"/>
        </dgm:presLayoutVars>
      </dgm:prSet>
      <dgm:spPr/>
    </dgm:pt>
    <dgm:pt modelId="{30F66791-FC14-40F6-B8AE-ADCEED2AF2BD}" type="pres">
      <dgm:prSet presAssocID="{D275BC9B-4068-4CB2-B345-FA61A46DD0BC}" presName="sibTrans" presStyleCnt="0"/>
      <dgm:spPr/>
    </dgm:pt>
    <dgm:pt modelId="{C4C19FE1-1A89-429E-A04A-43AD151F10C5}" type="pres">
      <dgm:prSet presAssocID="{CDBC6A2B-F4B6-409E-9162-E8117FEEAB0C}" presName="compNode" presStyleCnt="0"/>
      <dgm:spPr/>
    </dgm:pt>
    <dgm:pt modelId="{7DF8C299-555C-471C-87F6-FC20E427D7D2}" type="pres">
      <dgm:prSet presAssocID="{CDBC6A2B-F4B6-409E-9162-E8117FEEAB0C}" presName="bgRect" presStyleLbl="bgShp" presStyleIdx="1" presStyleCnt="4"/>
      <dgm:spPr/>
    </dgm:pt>
    <dgm:pt modelId="{B0520B66-F948-470A-92E4-58EDE6951AB4}" type="pres">
      <dgm:prSet presAssocID="{CDBC6A2B-F4B6-409E-9162-E8117FEEAB0C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egendas"/>
        </a:ext>
      </dgm:extLst>
    </dgm:pt>
    <dgm:pt modelId="{B9DC0EC6-C834-4E9E-8CCB-2A1410D8EA71}" type="pres">
      <dgm:prSet presAssocID="{CDBC6A2B-F4B6-409E-9162-E8117FEEAB0C}" presName="spaceRect" presStyleCnt="0"/>
      <dgm:spPr/>
    </dgm:pt>
    <dgm:pt modelId="{DC04E5B8-11AB-4475-82E7-CC012C446907}" type="pres">
      <dgm:prSet presAssocID="{CDBC6A2B-F4B6-409E-9162-E8117FEEAB0C}" presName="parTx" presStyleLbl="revTx" presStyleIdx="1" presStyleCnt="4">
        <dgm:presLayoutVars>
          <dgm:chMax val="0"/>
          <dgm:chPref val="0"/>
        </dgm:presLayoutVars>
      </dgm:prSet>
      <dgm:spPr/>
    </dgm:pt>
    <dgm:pt modelId="{B2E4F881-A511-4CE7-8A5B-F27D775658AF}" type="pres">
      <dgm:prSet presAssocID="{505CAB50-B7B3-441F-B1B2-D82A80FC79BE}" presName="sibTrans" presStyleCnt="0"/>
      <dgm:spPr/>
    </dgm:pt>
    <dgm:pt modelId="{85709034-47EC-4E03-800F-D88773591FE1}" type="pres">
      <dgm:prSet presAssocID="{3C99FFEA-2F3D-4290-97EF-7189683743DA}" presName="compNode" presStyleCnt="0"/>
      <dgm:spPr/>
    </dgm:pt>
    <dgm:pt modelId="{7CA577E4-D4BD-4983-AA70-AF69D6BA1542}" type="pres">
      <dgm:prSet presAssocID="{3C99FFEA-2F3D-4290-97EF-7189683743DA}" presName="bgRect" presStyleLbl="bgShp" presStyleIdx="2" presStyleCnt="4"/>
      <dgm:spPr/>
    </dgm:pt>
    <dgm:pt modelId="{389ED1E2-EAB0-4470-B261-0018A99F2A0F}" type="pres">
      <dgm:prSet presAssocID="{3C99FFEA-2F3D-4290-97EF-7189683743DA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64467DC9-4F85-4494-8BA3-9F4D0B2A4285}" type="pres">
      <dgm:prSet presAssocID="{3C99FFEA-2F3D-4290-97EF-7189683743DA}" presName="spaceRect" presStyleCnt="0"/>
      <dgm:spPr/>
    </dgm:pt>
    <dgm:pt modelId="{E772C26E-522A-4216-87B1-319E25BB4A82}" type="pres">
      <dgm:prSet presAssocID="{3C99FFEA-2F3D-4290-97EF-7189683743DA}" presName="parTx" presStyleLbl="revTx" presStyleIdx="2" presStyleCnt="4">
        <dgm:presLayoutVars>
          <dgm:chMax val="0"/>
          <dgm:chPref val="0"/>
        </dgm:presLayoutVars>
      </dgm:prSet>
      <dgm:spPr/>
    </dgm:pt>
    <dgm:pt modelId="{597F8BE7-1113-4B8B-B06E-7EF5C581F60B}" type="pres">
      <dgm:prSet presAssocID="{756B7081-B641-4BB9-ADD7-E10FCABE2C96}" presName="sibTrans" presStyleCnt="0"/>
      <dgm:spPr/>
    </dgm:pt>
    <dgm:pt modelId="{EB3556E9-2F7B-4831-8CAE-BACE05C69718}" type="pres">
      <dgm:prSet presAssocID="{8C291A2E-A75A-4DB9-A37A-92DD80E1DF13}" presName="compNode" presStyleCnt="0"/>
      <dgm:spPr/>
    </dgm:pt>
    <dgm:pt modelId="{DE35FD31-D496-4347-9EC7-4D41B1ED307D}" type="pres">
      <dgm:prSet presAssocID="{8C291A2E-A75A-4DB9-A37A-92DD80E1DF13}" presName="bgRect" presStyleLbl="bgShp" presStyleIdx="3" presStyleCnt="4"/>
      <dgm:spPr/>
    </dgm:pt>
    <dgm:pt modelId="{6086B402-0CF5-42F3-A100-C7F94D81F5A4}" type="pres">
      <dgm:prSet presAssocID="{8C291A2E-A75A-4DB9-A37A-92DD80E1DF13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lho"/>
        </a:ext>
      </dgm:extLst>
    </dgm:pt>
    <dgm:pt modelId="{83D62484-6282-4ADA-B113-0DCFB1D1E192}" type="pres">
      <dgm:prSet presAssocID="{8C291A2E-A75A-4DB9-A37A-92DD80E1DF13}" presName="spaceRect" presStyleCnt="0"/>
      <dgm:spPr/>
    </dgm:pt>
    <dgm:pt modelId="{B03F5CBC-AE30-4A92-871F-65A8F31BFB8C}" type="pres">
      <dgm:prSet presAssocID="{8C291A2E-A75A-4DB9-A37A-92DD80E1DF13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1C14610B-4E33-4670-82CF-DEE1EC75D541}" srcId="{18DDE192-6CE4-4977-9F76-555699DC26C0}" destId="{8C291A2E-A75A-4DB9-A37A-92DD80E1DF13}" srcOrd="3" destOrd="0" parTransId="{7CB38099-78D7-4E79-9A53-6E5003FAF73E}" sibTransId="{883840BD-DADC-4942-AEFC-E3D4FE0ADF9B}"/>
    <dgm:cxn modelId="{5A38B61C-882A-4C04-A9AB-196608888FDF}" type="presOf" srcId="{18DDE192-6CE4-4977-9F76-555699DC26C0}" destId="{EDE519F6-5827-4CCB-8FDD-16129D3FE0B1}" srcOrd="0" destOrd="0" presId="urn:microsoft.com/office/officeart/2018/2/layout/IconVerticalSolidList"/>
    <dgm:cxn modelId="{2D93341E-76AB-487E-BCDF-5299520CB25B}" type="presOf" srcId="{CDBC6A2B-F4B6-409E-9162-E8117FEEAB0C}" destId="{DC04E5B8-11AB-4475-82E7-CC012C446907}" srcOrd="0" destOrd="0" presId="urn:microsoft.com/office/officeart/2018/2/layout/IconVerticalSolidList"/>
    <dgm:cxn modelId="{9874B255-0E4B-499A-A03D-735AB84BE756}" srcId="{18DDE192-6CE4-4977-9F76-555699DC26C0}" destId="{3C99FFEA-2F3D-4290-97EF-7189683743DA}" srcOrd="2" destOrd="0" parTransId="{9E848EE0-CEDC-436A-88F6-CD9C070345E8}" sibTransId="{756B7081-B641-4BB9-ADD7-E10FCABE2C96}"/>
    <dgm:cxn modelId="{A53DED92-3615-4C1E-896D-DB4EE54D051B}" type="presOf" srcId="{8C291A2E-A75A-4DB9-A37A-92DD80E1DF13}" destId="{B03F5CBC-AE30-4A92-871F-65A8F31BFB8C}" srcOrd="0" destOrd="0" presId="urn:microsoft.com/office/officeart/2018/2/layout/IconVerticalSolidList"/>
    <dgm:cxn modelId="{E2E1ADA6-E918-4E20-8497-5488531BE356}" srcId="{18DDE192-6CE4-4977-9F76-555699DC26C0}" destId="{FEBCF7C4-DF0A-4441-AC0E-E2831B5B16FC}" srcOrd="0" destOrd="0" parTransId="{8F4C49DC-5AEE-4B76-B627-F64E420D5502}" sibTransId="{D275BC9B-4068-4CB2-B345-FA61A46DD0BC}"/>
    <dgm:cxn modelId="{7FF432C3-026C-40A4-BBE3-F0E0DC06DD01}" type="presOf" srcId="{3C99FFEA-2F3D-4290-97EF-7189683743DA}" destId="{E772C26E-522A-4216-87B1-319E25BB4A82}" srcOrd="0" destOrd="0" presId="urn:microsoft.com/office/officeart/2018/2/layout/IconVerticalSolidList"/>
    <dgm:cxn modelId="{EB3304CD-3B1F-4E8D-8BA5-E967F779B808}" srcId="{18DDE192-6CE4-4977-9F76-555699DC26C0}" destId="{CDBC6A2B-F4B6-409E-9162-E8117FEEAB0C}" srcOrd="1" destOrd="0" parTransId="{8ECD5883-B244-47D1-8556-C759FF283369}" sibTransId="{505CAB50-B7B3-441F-B1B2-D82A80FC79BE}"/>
    <dgm:cxn modelId="{C83720E0-215F-4356-8FD5-5BF8BD980729}" type="presOf" srcId="{FEBCF7C4-DF0A-4441-AC0E-E2831B5B16FC}" destId="{7ECE028C-D305-4C57-BF71-8C9EC7814C4D}" srcOrd="0" destOrd="0" presId="urn:microsoft.com/office/officeart/2018/2/layout/IconVerticalSolidList"/>
    <dgm:cxn modelId="{D8570624-30A0-453B-8361-3F4665CA34B9}" type="presParOf" srcId="{EDE519F6-5827-4CCB-8FDD-16129D3FE0B1}" destId="{3DF3CD75-5D14-4BAB-B66F-888F9AE4BDD2}" srcOrd="0" destOrd="0" presId="urn:microsoft.com/office/officeart/2018/2/layout/IconVerticalSolidList"/>
    <dgm:cxn modelId="{B7CDFC77-8F22-43AC-B390-7F8AE3CDB480}" type="presParOf" srcId="{3DF3CD75-5D14-4BAB-B66F-888F9AE4BDD2}" destId="{00783E71-6F27-44E2-AC5B-C44C11D11F3F}" srcOrd="0" destOrd="0" presId="urn:microsoft.com/office/officeart/2018/2/layout/IconVerticalSolidList"/>
    <dgm:cxn modelId="{E134294A-E385-4431-B245-6AB6E410763E}" type="presParOf" srcId="{3DF3CD75-5D14-4BAB-B66F-888F9AE4BDD2}" destId="{EC5B8A78-09A4-4EF8-889E-01EE053C1BA9}" srcOrd="1" destOrd="0" presId="urn:microsoft.com/office/officeart/2018/2/layout/IconVerticalSolidList"/>
    <dgm:cxn modelId="{E7709C72-F48B-41F8-AF9E-FEEDA9DD0C6E}" type="presParOf" srcId="{3DF3CD75-5D14-4BAB-B66F-888F9AE4BDD2}" destId="{6BBB859A-3D2C-4804-84F9-3073759A28B5}" srcOrd="2" destOrd="0" presId="urn:microsoft.com/office/officeart/2018/2/layout/IconVerticalSolidList"/>
    <dgm:cxn modelId="{56BD6C60-9011-4348-A6AB-190DD4C9422E}" type="presParOf" srcId="{3DF3CD75-5D14-4BAB-B66F-888F9AE4BDD2}" destId="{7ECE028C-D305-4C57-BF71-8C9EC7814C4D}" srcOrd="3" destOrd="0" presId="urn:microsoft.com/office/officeart/2018/2/layout/IconVerticalSolidList"/>
    <dgm:cxn modelId="{54B7DCE5-158D-4B3F-9AE5-4CA759893685}" type="presParOf" srcId="{EDE519F6-5827-4CCB-8FDD-16129D3FE0B1}" destId="{30F66791-FC14-40F6-B8AE-ADCEED2AF2BD}" srcOrd="1" destOrd="0" presId="urn:microsoft.com/office/officeart/2018/2/layout/IconVerticalSolidList"/>
    <dgm:cxn modelId="{215F162B-3852-4095-B011-D78BDAC8764F}" type="presParOf" srcId="{EDE519F6-5827-4CCB-8FDD-16129D3FE0B1}" destId="{C4C19FE1-1A89-429E-A04A-43AD151F10C5}" srcOrd="2" destOrd="0" presId="urn:microsoft.com/office/officeart/2018/2/layout/IconVerticalSolidList"/>
    <dgm:cxn modelId="{4142B2EF-F879-4294-B560-9B0BBF8DBEC7}" type="presParOf" srcId="{C4C19FE1-1A89-429E-A04A-43AD151F10C5}" destId="{7DF8C299-555C-471C-87F6-FC20E427D7D2}" srcOrd="0" destOrd="0" presId="urn:microsoft.com/office/officeart/2018/2/layout/IconVerticalSolidList"/>
    <dgm:cxn modelId="{DD7358EB-4D40-4DF4-8E7F-E0E1897CD43A}" type="presParOf" srcId="{C4C19FE1-1A89-429E-A04A-43AD151F10C5}" destId="{B0520B66-F948-470A-92E4-58EDE6951AB4}" srcOrd="1" destOrd="0" presId="urn:microsoft.com/office/officeart/2018/2/layout/IconVerticalSolidList"/>
    <dgm:cxn modelId="{4BF0A7CE-D459-49BE-B45D-5FFF03677FFA}" type="presParOf" srcId="{C4C19FE1-1A89-429E-A04A-43AD151F10C5}" destId="{B9DC0EC6-C834-4E9E-8CCB-2A1410D8EA71}" srcOrd="2" destOrd="0" presId="urn:microsoft.com/office/officeart/2018/2/layout/IconVerticalSolidList"/>
    <dgm:cxn modelId="{ADD5AE53-3E2D-413D-A673-80B144812448}" type="presParOf" srcId="{C4C19FE1-1A89-429E-A04A-43AD151F10C5}" destId="{DC04E5B8-11AB-4475-82E7-CC012C446907}" srcOrd="3" destOrd="0" presId="urn:microsoft.com/office/officeart/2018/2/layout/IconVerticalSolidList"/>
    <dgm:cxn modelId="{FBAC833B-496A-4592-94D9-860A36CE6E0B}" type="presParOf" srcId="{EDE519F6-5827-4CCB-8FDD-16129D3FE0B1}" destId="{B2E4F881-A511-4CE7-8A5B-F27D775658AF}" srcOrd="3" destOrd="0" presId="urn:microsoft.com/office/officeart/2018/2/layout/IconVerticalSolidList"/>
    <dgm:cxn modelId="{F1764C7A-196D-4B19-823C-B61DE5A621B7}" type="presParOf" srcId="{EDE519F6-5827-4CCB-8FDD-16129D3FE0B1}" destId="{85709034-47EC-4E03-800F-D88773591FE1}" srcOrd="4" destOrd="0" presId="urn:microsoft.com/office/officeart/2018/2/layout/IconVerticalSolidList"/>
    <dgm:cxn modelId="{D1A54836-EDAE-4B9C-8712-C0C92B9A1F09}" type="presParOf" srcId="{85709034-47EC-4E03-800F-D88773591FE1}" destId="{7CA577E4-D4BD-4983-AA70-AF69D6BA1542}" srcOrd="0" destOrd="0" presId="urn:microsoft.com/office/officeart/2018/2/layout/IconVerticalSolidList"/>
    <dgm:cxn modelId="{A852CF43-A98C-4C91-95BD-C5699A81570E}" type="presParOf" srcId="{85709034-47EC-4E03-800F-D88773591FE1}" destId="{389ED1E2-EAB0-4470-B261-0018A99F2A0F}" srcOrd="1" destOrd="0" presId="urn:microsoft.com/office/officeart/2018/2/layout/IconVerticalSolidList"/>
    <dgm:cxn modelId="{FFACD5F9-AF50-4F2D-9CD0-40F6219C77D3}" type="presParOf" srcId="{85709034-47EC-4E03-800F-D88773591FE1}" destId="{64467DC9-4F85-4494-8BA3-9F4D0B2A4285}" srcOrd="2" destOrd="0" presId="urn:microsoft.com/office/officeart/2018/2/layout/IconVerticalSolidList"/>
    <dgm:cxn modelId="{F13AC7C5-9123-4F94-8749-C5651D7F6CE1}" type="presParOf" srcId="{85709034-47EC-4E03-800F-D88773591FE1}" destId="{E772C26E-522A-4216-87B1-319E25BB4A82}" srcOrd="3" destOrd="0" presId="urn:microsoft.com/office/officeart/2018/2/layout/IconVerticalSolidList"/>
    <dgm:cxn modelId="{6EC31DD4-0EB8-4399-A833-1B05AC7BBB35}" type="presParOf" srcId="{EDE519F6-5827-4CCB-8FDD-16129D3FE0B1}" destId="{597F8BE7-1113-4B8B-B06E-7EF5C581F60B}" srcOrd="5" destOrd="0" presId="urn:microsoft.com/office/officeart/2018/2/layout/IconVerticalSolidList"/>
    <dgm:cxn modelId="{8846727C-9AE8-4577-A925-BA49470C8382}" type="presParOf" srcId="{EDE519F6-5827-4CCB-8FDD-16129D3FE0B1}" destId="{EB3556E9-2F7B-4831-8CAE-BACE05C69718}" srcOrd="6" destOrd="0" presId="urn:microsoft.com/office/officeart/2018/2/layout/IconVerticalSolidList"/>
    <dgm:cxn modelId="{8C65E63A-9AEB-46BF-8A31-AA23D4D20839}" type="presParOf" srcId="{EB3556E9-2F7B-4831-8CAE-BACE05C69718}" destId="{DE35FD31-D496-4347-9EC7-4D41B1ED307D}" srcOrd="0" destOrd="0" presId="urn:microsoft.com/office/officeart/2018/2/layout/IconVerticalSolidList"/>
    <dgm:cxn modelId="{080F2D55-5937-4948-88CA-C940316A4C6F}" type="presParOf" srcId="{EB3556E9-2F7B-4831-8CAE-BACE05C69718}" destId="{6086B402-0CF5-42F3-A100-C7F94D81F5A4}" srcOrd="1" destOrd="0" presId="urn:microsoft.com/office/officeart/2018/2/layout/IconVerticalSolidList"/>
    <dgm:cxn modelId="{F265DE1F-0C8E-48A4-8C5C-72BAE53814CD}" type="presParOf" srcId="{EB3556E9-2F7B-4831-8CAE-BACE05C69718}" destId="{83D62484-6282-4ADA-B113-0DCFB1D1E192}" srcOrd="2" destOrd="0" presId="urn:microsoft.com/office/officeart/2018/2/layout/IconVerticalSolidList"/>
    <dgm:cxn modelId="{5FB60239-9C3A-435E-82C5-6CD56200E812}" type="presParOf" srcId="{EB3556E9-2F7B-4831-8CAE-BACE05C69718}" destId="{B03F5CBC-AE30-4A92-871F-65A8F31BFB8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6FE31E6-7BBD-457E-9938-87538A521815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60FD267F-4D53-4B62-821F-A4D0032D183E}">
      <dgm:prSet/>
      <dgm:spPr/>
      <dgm:t>
        <a:bodyPr/>
        <a:lstStyle/>
        <a:p>
          <a:r>
            <a:rPr lang="pt-BR" b="1"/>
            <a:t>Acessível por teclado:</a:t>
          </a:r>
          <a:r>
            <a:rPr lang="pt-BR"/>
            <a:t> Todas as funcionalidades devem estar disponíveis via teclado</a:t>
          </a:r>
          <a:endParaRPr lang="en-US"/>
        </a:p>
      </dgm:t>
    </dgm:pt>
    <dgm:pt modelId="{CF88EFDB-A969-406B-B2A6-0B5D0809BA50}" type="parTrans" cxnId="{5465A09D-F63B-4327-8F85-C2B5530E7C08}">
      <dgm:prSet/>
      <dgm:spPr/>
      <dgm:t>
        <a:bodyPr/>
        <a:lstStyle/>
        <a:p>
          <a:endParaRPr lang="en-US"/>
        </a:p>
      </dgm:t>
    </dgm:pt>
    <dgm:pt modelId="{5DE8B235-9BC3-46A5-AA87-BEFCC3EF942D}" type="sibTrans" cxnId="{5465A09D-F63B-4327-8F85-C2B5530E7C08}">
      <dgm:prSet/>
      <dgm:spPr/>
      <dgm:t>
        <a:bodyPr/>
        <a:lstStyle/>
        <a:p>
          <a:endParaRPr lang="en-US"/>
        </a:p>
      </dgm:t>
    </dgm:pt>
    <dgm:pt modelId="{A64A1BBB-2AEA-4A57-849A-0AE7AAB889F9}">
      <dgm:prSet/>
      <dgm:spPr/>
      <dgm:t>
        <a:bodyPr/>
        <a:lstStyle/>
        <a:p>
          <a:r>
            <a:rPr lang="pt-BR" b="1"/>
            <a:t>Tempo suficiente:</a:t>
          </a:r>
          <a:r>
            <a:rPr lang="pt-BR"/>
            <a:t> Dar aos usuários tempo adequado para ler e usar o conteúdo</a:t>
          </a:r>
          <a:endParaRPr lang="en-US"/>
        </a:p>
      </dgm:t>
    </dgm:pt>
    <dgm:pt modelId="{CA47615E-36C6-400C-B1B3-B47BF99EA823}" type="parTrans" cxnId="{7732BF24-392C-4AFE-AE21-46B40593C1E6}">
      <dgm:prSet/>
      <dgm:spPr/>
      <dgm:t>
        <a:bodyPr/>
        <a:lstStyle/>
        <a:p>
          <a:endParaRPr lang="en-US"/>
        </a:p>
      </dgm:t>
    </dgm:pt>
    <dgm:pt modelId="{92513B19-9E90-4996-B116-8E58658F4CB6}" type="sibTrans" cxnId="{7732BF24-392C-4AFE-AE21-46B40593C1E6}">
      <dgm:prSet/>
      <dgm:spPr/>
      <dgm:t>
        <a:bodyPr/>
        <a:lstStyle/>
        <a:p>
          <a:endParaRPr lang="en-US"/>
        </a:p>
      </dgm:t>
    </dgm:pt>
    <dgm:pt modelId="{52D1FF2E-BBD6-4052-B141-533454519C5B}">
      <dgm:prSet/>
      <dgm:spPr/>
      <dgm:t>
        <a:bodyPr/>
        <a:lstStyle/>
        <a:p>
          <a:r>
            <a:rPr lang="pt-BR" b="1"/>
            <a:t>Convulsões:</a:t>
          </a:r>
          <a:r>
            <a:rPr lang="pt-BR"/>
            <a:t> Não criar conteúdo que possa causar convulsões (evitar flashes)</a:t>
          </a:r>
          <a:endParaRPr lang="en-US"/>
        </a:p>
      </dgm:t>
    </dgm:pt>
    <dgm:pt modelId="{735B4CA9-59E0-43F3-B666-6DD4A6812C21}" type="parTrans" cxnId="{DC25365B-74A7-4C18-AFEF-CC140D1C4F42}">
      <dgm:prSet/>
      <dgm:spPr/>
      <dgm:t>
        <a:bodyPr/>
        <a:lstStyle/>
        <a:p>
          <a:endParaRPr lang="en-US"/>
        </a:p>
      </dgm:t>
    </dgm:pt>
    <dgm:pt modelId="{384E8B34-616A-4354-A334-457968694679}" type="sibTrans" cxnId="{DC25365B-74A7-4C18-AFEF-CC140D1C4F42}">
      <dgm:prSet/>
      <dgm:spPr/>
      <dgm:t>
        <a:bodyPr/>
        <a:lstStyle/>
        <a:p>
          <a:endParaRPr lang="en-US"/>
        </a:p>
      </dgm:t>
    </dgm:pt>
    <dgm:pt modelId="{0D526B99-B3DD-44C6-A1DD-52AF715F425A}">
      <dgm:prSet/>
      <dgm:spPr/>
      <dgm:t>
        <a:bodyPr/>
        <a:lstStyle/>
        <a:p>
          <a:r>
            <a:rPr lang="pt-BR" b="1"/>
            <a:t>Navegação:</a:t>
          </a:r>
          <a:r>
            <a:rPr lang="pt-BR"/>
            <a:t> Fornecer formas de ajudar os usuários a navegar e encontrar conteúdo</a:t>
          </a:r>
          <a:endParaRPr lang="en-US"/>
        </a:p>
      </dgm:t>
    </dgm:pt>
    <dgm:pt modelId="{59D1E86B-8702-4548-8211-CA8A95D0100B}" type="parTrans" cxnId="{6DB2CEC8-9563-4A3A-B1EE-B87651482FD4}">
      <dgm:prSet/>
      <dgm:spPr/>
      <dgm:t>
        <a:bodyPr/>
        <a:lstStyle/>
        <a:p>
          <a:endParaRPr lang="en-US"/>
        </a:p>
      </dgm:t>
    </dgm:pt>
    <dgm:pt modelId="{5C02E68F-DE4C-4F3A-B827-23BAC6EADDDC}" type="sibTrans" cxnId="{6DB2CEC8-9563-4A3A-B1EE-B87651482FD4}">
      <dgm:prSet/>
      <dgm:spPr/>
      <dgm:t>
        <a:bodyPr/>
        <a:lstStyle/>
        <a:p>
          <a:endParaRPr lang="en-US"/>
        </a:p>
      </dgm:t>
    </dgm:pt>
    <dgm:pt modelId="{A05343C9-FE37-454A-819A-54D0A77A7616}" type="pres">
      <dgm:prSet presAssocID="{86FE31E6-7BBD-457E-9938-87538A521815}" presName="root" presStyleCnt="0">
        <dgm:presLayoutVars>
          <dgm:dir/>
          <dgm:resizeHandles val="exact"/>
        </dgm:presLayoutVars>
      </dgm:prSet>
      <dgm:spPr/>
    </dgm:pt>
    <dgm:pt modelId="{28078A4C-6498-4F53-AC9E-78A506178683}" type="pres">
      <dgm:prSet presAssocID="{60FD267F-4D53-4B62-821F-A4D0032D183E}" presName="compNode" presStyleCnt="0"/>
      <dgm:spPr/>
    </dgm:pt>
    <dgm:pt modelId="{758EFBF0-8075-4DD0-9131-66A2813018A3}" type="pres">
      <dgm:prSet presAssocID="{60FD267F-4D53-4B62-821F-A4D0032D183E}" presName="bgRect" presStyleLbl="bgShp" presStyleIdx="0" presStyleCnt="4"/>
      <dgm:spPr/>
    </dgm:pt>
    <dgm:pt modelId="{13EB0166-5FB0-49FE-89FB-F28C3B788BB8}" type="pres">
      <dgm:prSet presAssocID="{60FD267F-4D53-4B62-821F-A4D0032D183E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 de seleção"/>
        </a:ext>
      </dgm:extLst>
    </dgm:pt>
    <dgm:pt modelId="{6C34CFD3-4F0C-4803-9446-3C971F0B5144}" type="pres">
      <dgm:prSet presAssocID="{60FD267F-4D53-4B62-821F-A4D0032D183E}" presName="spaceRect" presStyleCnt="0"/>
      <dgm:spPr/>
    </dgm:pt>
    <dgm:pt modelId="{0DC3D0E6-D99D-44BD-B361-D2FC13C33E71}" type="pres">
      <dgm:prSet presAssocID="{60FD267F-4D53-4B62-821F-A4D0032D183E}" presName="parTx" presStyleLbl="revTx" presStyleIdx="0" presStyleCnt="4">
        <dgm:presLayoutVars>
          <dgm:chMax val="0"/>
          <dgm:chPref val="0"/>
        </dgm:presLayoutVars>
      </dgm:prSet>
      <dgm:spPr/>
    </dgm:pt>
    <dgm:pt modelId="{105CDC76-FB3E-46D7-916C-2E3CBF808256}" type="pres">
      <dgm:prSet presAssocID="{5DE8B235-9BC3-46A5-AA87-BEFCC3EF942D}" presName="sibTrans" presStyleCnt="0"/>
      <dgm:spPr/>
    </dgm:pt>
    <dgm:pt modelId="{0F19883A-7E5E-4049-A10D-7E0A602D724C}" type="pres">
      <dgm:prSet presAssocID="{A64A1BBB-2AEA-4A57-849A-0AE7AAB889F9}" presName="compNode" presStyleCnt="0"/>
      <dgm:spPr/>
    </dgm:pt>
    <dgm:pt modelId="{66326837-A3B4-483C-A035-F6100A4AC24D}" type="pres">
      <dgm:prSet presAssocID="{A64A1BBB-2AEA-4A57-849A-0AE7AAB889F9}" presName="bgRect" presStyleLbl="bgShp" presStyleIdx="1" presStyleCnt="4"/>
      <dgm:spPr/>
    </dgm:pt>
    <dgm:pt modelId="{86C747D6-BBDC-4B0F-8B04-6CC6B99F3990}" type="pres">
      <dgm:prSet presAssocID="{A64A1BBB-2AEA-4A57-849A-0AE7AAB889F9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vros"/>
        </a:ext>
      </dgm:extLst>
    </dgm:pt>
    <dgm:pt modelId="{3B031D23-B1B9-45EC-972C-AADB42162E4E}" type="pres">
      <dgm:prSet presAssocID="{A64A1BBB-2AEA-4A57-849A-0AE7AAB889F9}" presName="spaceRect" presStyleCnt="0"/>
      <dgm:spPr/>
    </dgm:pt>
    <dgm:pt modelId="{1CD3F62E-4DE2-4745-BE20-A6A250473BA7}" type="pres">
      <dgm:prSet presAssocID="{A64A1BBB-2AEA-4A57-849A-0AE7AAB889F9}" presName="parTx" presStyleLbl="revTx" presStyleIdx="1" presStyleCnt="4">
        <dgm:presLayoutVars>
          <dgm:chMax val="0"/>
          <dgm:chPref val="0"/>
        </dgm:presLayoutVars>
      </dgm:prSet>
      <dgm:spPr/>
    </dgm:pt>
    <dgm:pt modelId="{0FB7AE30-4242-4DF9-81AA-FDC3A77CF8B0}" type="pres">
      <dgm:prSet presAssocID="{92513B19-9E90-4996-B116-8E58658F4CB6}" presName="sibTrans" presStyleCnt="0"/>
      <dgm:spPr/>
    </dgm:pt>
    <dgm:pt modelId="{579A27F2-9465-45E5-A7F6-C7F719D86DF5}" type="pres">
      <dgm:prSet presAssocID="{52D1FF2E-BBD6-4052-B141-533454519C5B}" presName="compNode" presStyleCnt="0"/>
      <dgm:spPr/>
    </dgm:pt>
    <dgm:pt modelId="{9B2DA833-D418-45D3-9FAC-751B23AFB81C}" type="pres">
      <dgm:prSet presAssocID="{52D1FF2E-BBD6-4052-B141-533454519C5B}" presName="bgRect" presStyleLbl="bgShp" presStyleIdx="2" presStyleCnt="4"/>
      <dgm:spPr/>
    </dgm:pt>
    <dgm:pt modelId="{50C4E5CC-98D4-41E5-8EC0-3F47F18B2CCC}" type="pres">
      <dgm:prSet presAssocID="{52D1FF2E-BBD6-4052-B141-533454519C5B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gulha"/>
        </a:ext>
      </dgm:extLst>
    </dgm:pt>
    <dgm:pt modelId="{EB0492F6-B41A-4E43-B551-B6DE27E6BF04}" type="pres">
      <dgm:prSet presAssocID="{52D1FF2E-BBD6-4052-B141-533454519C5B}" presName="spaceRect" presStyleCnt="0"/>
      <dgm:spPr/>
    </dgm:pt>
    <dgm:pt modelId="{767EB085-D05F-4FAB-B01B-E60B6CB27AD1}" type="pres">
      <dgm:prSet presAssocID="{52D1FF2E-BBD6-4052-B141-533454519C5B}" presName="parTx" presStyleLbl="revTx" presStyleIdx="2" presStyleCnt="4">
        <dgm:presLayoutVars>
          <dgm:chMax val="0"/>
          <dgm:chPref val="0"/>
        </dgm:presLayoutVars>
      </dgm:prSet>
      <dgm:spPr/>
    </dgm:pt>
    <dgm:pt modelId="{50430195-FE8E-4D61-826B-06F1389CEA84}" type="pres">
      <dgm:prSet presAssocID="{384E8B34-616A-4354-A334-457968694679}" presName="sibTrans" presStyleCnt="0"/>
      <dgm:spPr/>
    </dgm:pt>
    <dgm:pt modelId="{746DFE63-8926-4E6B-B941-B1D8F0A728E5}" type="pres">
      <dgm:prSet presAssocID="{0D526B99-B3DD-44C6-A1DD-52AF715F425A}" presName="compNode" presStyleCnt="0"/>
      <dgm:spPr/>
    </dgm:pt>
    <dgm:pt modelId="{EC3BDC0F-4A53-4721-AAB6-F4FB1C7BE73F}" type="pres">
      <dgm:prSet presAssocID="{0D526B99-B3DD-44C6-A1DD-52AF715F425A}" presName="bgRect" presStyleLbl="bgShp" presStyleIdx="3" presStyleCnt="4"/>
      <dgm:spPr/>
    </dgm:pt>
    <dgm:pt modelId="{7C44FDFA-30E8-4C4C-B69D-60B944B501B0}" type="pres">
      <dgm:prSet presAssocID="{0D526B99-B3DD-44C6-A1DD-52AF715F425A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co a Vela"/>
        </a:ext>
      </dgm:extLst>
    </dgm:pt>
    <dgm:pt modelId="{9F41B42B-ED98-486D-BFA8-4C11F8778C91}" type="pres">
      <dgm:prSet presAssocID="{0D526B99-B3DD-44C6-A1DD-52AF715F425A}" presName="spaceRect" presStyleCnt="0"/>
      <dgm:spPr/>
    </dgm:pt>
    <dgm:pt modelId="{8F4A7BC0-C0C8-4E08-B4B8-EB91F258D767}" type="pres">
      <dgm:prSet presAssocID="{0D526B99-B3DD-44C6-A1DD-52AF715F425A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7732BF24-392C-4AFE-AE21-46B40593C1E6}" srcId="{86FE31E6-7BBD-457E-9938-87538A521815}" destId="{A64A1BBB-2AEA-4A57-849A-0AE7AAB889F9}" srcOrd="1" destOrd="0" parTransId="{CA47615E-36C6-400C-B1B3-B47BF99EA823}" sibTransId="{92513B19-9E90-4996-B116-8E58658F4CB6}"/>
    <dgm:cxn modelId="{ABA7AE25-2458-4826-951F-84CF5F393169}" type="presOf" srcId="{60FD267F-4D53-4B62-821F-A4D0032D183E}" destId="{0DC3D0E6-D99D-44BD-B361-D2FC13C33E71}" srcOrd="0" destOrd="0" presId="urn:microsoft.com/office/officeart/2018/2/layout/IconVerticalSolidList"/>
    <dgm:cxn modelId="{5B0F783D-155F-4B93-A552-0185AFAD2B86}" type="presOf" srcId="{52D1FF2E-BBD6-4052-B141-533454519C5B}" destId="{767EB085-D05F-4FAB-B01B-E60B6CB27AD1}" srcOrd="0" destOrd="0" presId="urn:microsoft.com/office/officeart/2018/2/layout/IconVerticalSolidList"/>
    <dgm:cxn modelId="{DC25365B-74A7-4C18-AFEF-CC140D1C4F42}" srcId="{86FE31E6-7BBD-457E-9938-87538A521815}" destId="{52D1FF2E-BBD6-4052-B141-533454519C5B}" srcOrd="2" destOrd="0" parTransId="{735B4CA9-59E0-43F3-B666-6DD4A6812C21}" sibTransId="{384E8B34-616A-4354-A334-457968694679}"/>
    <dgm:cxn modelId="{A5996E69-6E74-423B-8D94-F56071ABFBC6}" type="presOf" srcId="{86FE31E6-7BBD-457E-9938-87538A521815}" destId="{A05343C9-FE37-454A-819A-54D0A77A7616}" srcOrd="0" destOrd="0" presId="urn:microsoft.com/office/officeart/2018/2/layout/IconVerticalSolidList"/>
    <dgm:cxn modelId="{0693386E-DAF2-4258-8060-6CB3D033E6F1}" type="presOf" srcId="{A64A1BBB-2AEA-4A57-849A-0AE7AAB889F9}" destId="{1CD3F62E-4DE2-4745-BE20-A6A250473BA7}" srcOrd="0" destOrd="0" presId="urn:microsoft.com/office/officeart/2018/2/layout/IconVerticalSolidList"/>
    <dgm:cxn modelId="{5465A09D-F63B-4327-8F85-C2B5530E7C08}" srcId="{86FE31E6-7BBD-457E-9938-87538A521815}" destId="{60FD267F-4D53-4B62-821F-A4D0032D183E}" srcOrd="0" destOrd="0" parTransId="{CF88EFDB-A969-406B-B2A6-0B5D0809BA50}" sibTransId="{5DE8B235-9BC3-46A5-AA87-BEFCC3EF942D}"/>
    <dgm:cxn modelId="{3EA06FAC-9E15-468E-B5BB-1E1EF06EB23D}" type="presOf" srcId="{0D526B99-B3DD-44C6-A1DD-52AF715F425A}" destId="{8F4A7BC0-C0C8-4E08-B4B8-EB91F258D767}" srcOrd="0" destOrd="0" presId="urn:microsoft.com/office/officeart/2018/2/layout/IconVerticalSolidList"/>
    <dgm:cxn modelId="{6DB2CEC8-9563-4A3A-B1EE-B87651482FD4}" srcId="{86FE31E6-7BBD-457E-9938-87538A521815}" destId="{0D526B99-B3DD-44C6-A1DD-52AF715F425A}" srcOrd="3" destOrd="0" parTransId="{59D1E86B-8702-4548-8211-CA8A95D0100B}" sibTransId="{5C02E68F-DE4C-4F3A-B827-23BAC6EADDDC}"/>
    <dgm:cxn modelId="{46C2F6B9-CDF2-4806-801D-C13B0F5AB149}" type="presParOf" srcId="{A05343C9-FE37-454A-819A-54D0A77A7616}" destId="{28078A4C-6498-4F53-AC9E-78A506178683}" srcOrd="0" destOrd="0" presId="urn:microsoft.com/office/officeart/2018/2/layout/IconVerticalSolidList"/>
    <dgm:cxn modelId="{935D7846-0D66-4614-B602-AE300512F5E9}" type="presParOf" srcId="{28078A4C-6498-4F53-AC9E-78A506178683}" destId="{758EFBF0-8075-4DD0-9131-66A2813018A3}" srcOrd="0" destOrd="0" presId="urn:microsoft.com/office/officeart/2018/2/layout/IconVerticalSolidList"/>
    <dgm:cxn modelId="{5C9912EB-099B-4DD3-9EB7-CFB401316623}" type="presParOf" srcId="{28078A4C-6498-4F53-AC9E-78A506178683}" destId="{13EB0166-5FB0-49FE-89FB-F28C3B788BB8}" srcOrd="1" destOrd="0" presId="urn:microsoft.com/office/officeart/2018/2/layout/IconVerticalSolidList"/>
    <dgm:cxn modelId="{9881FACF-A9D6-4838-A414-FF537A9BBFEE}" type="presParOf" srcId="{28078A4C-6498-4F53-AC9E-78A506178683}" destId="{6C34CFD3-4F0C-4803-9446-3C971F0B5144}" srcOrd="2" destOrd="0" presId="urn:microsoft.com/office/officeart/2018/2/layout/IconVerticalSolidList"/>
    <dgm:cxn modelId="{EBF6E765-6EB3-4E55-848A-CD882796D871}" type="presParOf" srcId="{28078A4C-6498-4F53-AC9E-78A506178683}" destId="{0DC3D0E6-D99D-44BD-B361-D2FC13C33E71}" srcOrd="3" destOrd="0" presId="urn:microsoft.com/office/officeart/2018/2/layout/IconVerticalSolidList"/>
    <dgm:cxn modelId="{BB610713-2EDD-40DC-A297-873D00CF5F2A}" type="presParOf" srcId="{A05343C9-FE37-454A-819A-54D0A77A7616}" destId="{105CDC76-FB3E-46D7-916C-2E3CBF808256}" srcOrd="1" destOrd="0" presId="urn:microsoft.com/office/officeart/2018/2/layout/IconVerticalSolidList"/>
    <dgm:cxn modelId="{B8068EFD-8714-46F9-9220-DBE349A4BCF5}" type="presParOf" srcId="{A05343C9-FE37-454A-819A-54D0A77A7616}" destId="{0F19883A-7E5E-4049-A10D-7E0A602D724C}" srcOrd="2" destOrd="0" presId="urn:microsoft.com/office/officeart/2018/2/layout/IconVerticalSolidList"/>
    <dgm:cxn modelId="{56B2B36D-0F47-4E84-914B-30D7D4CB1957}" type="presParOf" srcId="{0F19883A-7E5E-4049-A10D-7E0A602D724C}" destId="{66326837-A3B4-483C-A035-F6100A4AC24D}" srcOrd="0" destOrd="0" presId="urn:microsoft.com/office/officeart/2018/2/layout/IconVerticalSolidList"/>
    <dgm:cxn modelId="{BED68237-D020-4BD0-BDEA-4247EE08FB3D}" type="presParOf" srcId="{0F19883A-7E5E-4049-A10D-7E0A602D724C}" destId="{86C747D6-BBDC-4B0F-8B04-6CC6B99F3990}" srcOrd="1" destOrd="0" presId="urn:microsoft.com/office/officeart/2018/2/layout/IconVerticalSolidList"/>
    <dgm:cxn modelId="{D63B7C89-4CA3-4FDA-A173-1393C32858D6}" type="presParOf" srcId="{0F19883A-7E5E-4049-A10D-7E0A602D724C}" destId="{3B031D23-B1B9-45EC-972C-AADB42162E4E}" srcOrd="2" destOrd="0" presId="urn:microsoft.com/office/officeart/2018/2/layout/IconVerticalSolidList"/>
    <dgm:cxn modelId="{9AC552EA-B9D7-434E-BAD3-BB36C85E3AC6}" type="presParOf" srcId="{0F19883A-7E5E-4049-A10D-7E0A602D724C}" destId="{1CD3F62E-4DE2-4745-BE20-A6A250473BA7}" srcOrd="3" destOrd="0" presId="urn:microsoft.com/office/officeart/2018/2/layout/IconVerticalSolidList"/>
    <dgm:cxn modelId="{2BF8C942-848F-43B0-A035-EE459816E2D7}" type="presParOf" srcId="{A05343C9-FE37-454A-819A-54D0A77A7616}" destId="{0FB7AE30-4242-4DF9-81AA-FDC3A77CF8B0}" srcOrd="3" destOrd="0" presId="urn:microsoft.com/office/officeart/2018/2/layout/IconVerticalSolidList"/>
    <dgm:cxn modelId="{11D7F5A9-1801-41BE-B25D-7AD301902E58}" type="presParOf" srcId="{A05343C9-FE37-454A-819A-54D0A77A7616}" destId="{579A27F2-9465-45E5-A7F6-C7F719D86DF5}" srcOrd="4" destOrd="0" presId="urn:microsoft.com/office/officeart/2018/2/layout/IconVerticalSolidList"/>
    <dgm:cxn modelId="{322C9234-F50D-44C6-AE77-4AAB75F691A4}" type="presParOf" srcId="{579A27F2-9465-45E5-A7F6-C7F719D86DF5}" destId="{9B2DA833-D418-45D3-9FAC-751B23AFB81C}" srcOrd="0" destOrd="0" presId="urn:microsoft.com/office/officeart/2018/2/layout/IconVerticalSolidList"/>
    <dgm:cxn modelId="{E46B2FBD-B920-4AF3-B8DA-B069CAFD08ED}" type="presParOf" srcId="{579A27F2-9465-45E5-A7F6-C7F719D86DF5}" destId="{50C4E5CC-98D4-41E5-8EC0-3F47F18B2CCC}" srcOrd="1" destOrd="0" presId="urn:microsoft.com/office/officeart/2018/2/layout/IconVerticalSolidList"/>
    <dgm:cxn modelId="{03EA8294-F498-457C-8263-A7BFF7A57B6B}" type="presParOf" srcId="{579A27F2-9465-45E5-A7F6-C7F719D86DF5}" destId="{EB0492F6-B41A-4E43-B551-B6DE27E6BF04}" srcOrd="2" destOrd="0" presId="urn:microsoft.com/office/officeart/2018/2/layout/IconVerticalSolidList"/>
    <dgm:cxn modelId="{B880B88C-3F92-4FAA-81B8-057FEEBDD1E3}" type="presParOf" srcId="{579A27F2-9465-45E5-A7F6-C7F719D86DF5}" destId="{767EB085-D05F-4FAB-B01B-E60B6CB27AD1}" srcOrd="3" destOrd="0" presId="urn:microsoft.com/office/officeart/2018/2/layout/IconVerticalSolidList"/>
    <dgm:cxn modelId="{A5E0F46E-08CE-4666-A19F-96CD95A69866}" type="presParOf" srcId="{A05343C9-FE37-454A-819A-54D0A77A7616}" destId="{50430195-FE8E-4D61-826B-06F1389CEA84}" srcOrd="5" destOrd="0" presId="urn:microsoft.com/office/officeart/2018/2/layout/IconVerticalSolidList"/>
    <dgm:cxn modelId="{3244DB1F-E90F-4BD0-B72B-E8399A78D64F}" type="presParOf" srcId="{A05343C9-FE37-454A-819A-54D0A77A7616}" destId="{746DFE63-8926-4E6B-B941-B1D8F0A728E5}" srcOrd="6" destOrd="0" presId="urn:microsoft.com/office/officeart/2018/2/layout/IconVerticalSolidList"/>
    <dgm:cxn modelId="{03AA2699-C156-48DB-8893-0B1E5A1AD183}" type="presParOf" srcId="{746DFE63-8926-4E6B-B941-B1D8F0A728E5}" destId="{EC3BDC0F-4A53-4721-AAB6-F4FB1C7BE73F}" srcOrd="0" destOrd="0" presId="urn:microsoft.com/office/officeart/2018/2/layout/IconVerticalSolidList"/>
    <dgm:cxn modelId="{816A4F98-3107-437A-AFCD-5EF44F302870}" type="presParOf" srcId="{746DFE63-8926-4E6B-B941-B1D8F0A728E5}" destId="{7C44FDFA-30E8-4C4C-B69D-60B944B501B0}" srcOrd="1" destOrd="0" presId="urn:microsoft.com/office/officeart/2018/2/layout/IconVerticalSolidList"/>
    <dgm:cxn modelId="{B0062016-C92C-45E7-A80D-5BC7089DD38E}" type="presParOf" srcId="{746DFE63-8926-4E6B-B941-B1D8F0A728E5}" destId="{9F41B42B-ED98-486D-BFA8-4C11F8778C91}" srcOrd="2" destOrd="0" presId="urn:microsoft.com/office/officeart/2018/2/layout/IconVerticalSolidList"/>
    <dgm:cxn modelId="{58599BF8-3A40-4252-AC12-A7F74D07879D}" type="presParOf" srcId="{746DFE63-8926-4E6B-B941-B1D8F0A728E5}" destId="{8F4A7BC0-C0C8-4E08-B4B8-EB91F258D76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A52C15A-6AFB-49C6-B15B-7F0029E0EDEE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297A0B4B-367F-4BDE-B13C-ABEE7C0F99B5}">
      <dgm:prSet/>
      <dgm:spPr/>
      <dgm:t>
        <a:bodyPr/>
        <a:lstStyle/>
        <a:p>
          <a:r>
            <a:rPr lang="pt-BR" b="1" dirty="0"/>
            <a:t>Legibilidade:</a:t>
          </a:r>
          <a:r>
            <a:rPr lang="pt-BR" dirty="0"/>
            <a:t> Tornar o conteúdo textual legível e compreensível</a:t>
          </a:r>
          <a:endParaRPr lang="en-US" dirty="0"/>
        </a:p>
      </dgm:t>
    </dgm:pt>
    <dgm:pt modelId="{CAFA20F8-9915-4566-858B-BFBB055C0127}" type="parTrans" cxnId="{582F7BC8-E6E2-4E05-8A8E-DA8F6ECCDB45}">
      <dgm:prSet/>
      <dgm:spPr/>
      <dgm:t>
        <a:bodyPr/>
        <a:lstStyle/>
        <a:p>
          <a:endParaRPr lang="en-US"/>
        </a:p>
      </dgm:t>
    </dgm:pt>
    <dgm:pt modelId="{7CBE771D-96A5-4711-97C4-1F97B2DBCE9E}" type="sibTrans" cxnId="{582F7BC8-E6E2-4E05-8A8E-DA8F6ECCDB45}">
      <dgm:prSet/>
      <dgm:spPr/>
      <dgm:t>
        <a:bodyPr/>
        <a:lstStyle/>
        <a:p>
          <a:endParaRPr lang="en-US"/>
        </a:p>
      </dgm:t>
    </dgm:pt>
    <dgm:pt modelId="{16EBEEF1-0E31-409C-B04C-7F562C508B0E}">
      <dgm:prSet/>
      <dgm:spPr/>
      <dgm:t>
        <a:bodyPr/>
        <a:lstStyle/>
        <a:p>
          <a:r>
            <a:rPr lang="pt-BR" b="1" dirty="0"/>
            <a:t>Previsibilidade:</a:t>
          </a:r>
          <a:r>
            <a:rPr lang="pt-BR" dirty="0"/>
            <a:t> Fazer com que as páginas funcionem de forma previsível</a:t>
          </a:r>
          <a:endParaRPr lang="en-US" dirty="0"/>
        </a:p>
      </dgm:t>
    </dgm:pt>
    <dgm:pt modelId="{8A1C089E-5CB6-480D-A4F4-F1ED72D9F99B}" type="parTrans" cxnId="{5C4C829A-1376-4A13-825C-0244BDD96C83}">
      <dgm:prSet/>
      <dgm:spPr/>
      <dgm:t>
        <a:bodyPr/>
        <a:lstStyle/>
        <a:p>
          <a:endParaRPr lang="en-US"/>
        </a:p>
      </dgm:t>
    </dgm:pt>
    <dgm:pt modelId="{D96F6B1B-547A-456C-90F7-A97FA1813C2D}" type="sibTrans" cxnId="{5C4C829A-1376-4A13-825C-0244BDD96C83}">
      <dgm:prSet/>
      <dgm:spPr/>
      <dgm:t>
        <a:bodyPr/>
        <a:lstStyle/>
        <a:p>
          <a:endParaRPr lang="en-US"/>
        </a:p>
      </dgm:t>
    </dgm:pt>
    <dgm:pt modelId="{1422BE0D-0F0B-463E-BB54-3994EA954347}">
      <dgm:prSet/>
      <dgm:spPr/>
      <dgm:t>
        <a:bodyPr/>
        <a:lstStyle/>
        <a:p>
          <a:r>
            <a:rPr lang="pt-BR" b="1" dirty="0"/>
            <a:t>Assistência na entrada:</a:t>
          </a:r>
          <a:r>
            <a:rPr lang="pt-BR" dirty="0"/>
            <a:t> Ajudar os usuários a evitar e corrigir erros</a:t>
          </a:r>
          <a:endParaRPr lang="en-US" dirty="0"/>
        </a:p>
      </dgm:t>
    </dgm:pt>
    <dgm:pt modelId="{5F2179DE-9DBD-44ED-8473-2C771C8FCFEE}" type="parTrans" cxnId="{AB4EAF50-F15C-47E2-A6F8-E36F863EC103}">
      <dgm:prSet/>
      <dgm:spPr/>
      <dgm:t>
        <a:bodyPr/>
        <a:lstStyle/>
        <a:p>
          <a:endParaRPr lang="en-US"/>
        </a:p>
      </dgm:t>
    </dgm:pt>
    <dgm:pt modelId="{66523940-88E7-49AA-A03A-8E05F6999FAE}" type="sibTrans" cxnId="{AB4EAF50-F15C-47E2-A6F8-E36F863EC103}">
      <dgm:prSet/>
      <dgm:spPr/>
      <dgm:t>
        <a:bodyPr/>
        <a:lstStyle/>
        <a:p>
          <a:endParaRPr lang="en-US"/>
        </a:p>
      </dgm:t>
    </dgm:pt>
    <dgm:pt modelId="{FC0B3EBA-7C21-4841-BC1A-A10BBB824BE7}" type="pres">
      <dgm:prSet presAssocID="{3A52C15A-6AFB-49C6-B15B-7F0029E0EDEE}" presName="root" presStyleCnt="0">
        <dgm:presLayoutVars>
          <dgm:dir/>
          <dgm:resizeHandles val="exact"/>
        </dgm:presLayoutVars>
      </dgm:prSet>
      <dgm:spPr/>
    </dgm:pt>
    <dgm:pt modelId="{73EA492C-CA89-4CA9-B174-5D6BA8068F2F}" type="pres">
      <dgm:prSet presAssocID="{297A0B4B-367F-4BDE-B13C-ABEE7C0F99B5}" presName="compNode" presStyleCnt="0"/>
      <dgm:spPr/>
    </dgm:pt>
    <dgm:pt modelId="{CDAAEF0B-956D-416B-B5FC-F9D57637638C}" type="pres">
      <dgm:prSet presAssocID="{297A0B4B-367F-4BDE-B13C-ABEE7C0F99B5}" presName="bgRect" presStyleLbl="bgShp" presStyleIdx="0" presStyleCnt="3"/>
      <dgm:spPr/>
    </dgm:pt>
    <dgm:pt modelId="{14CE36DF-6243-40DD-B000-F95E619B5BBC}" type="pres">
      <dgm:prSet presAssocID="{297A0B4B-367F-4BDE-B13C-ABEE7C0F99B5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 de seleção"/>
        </a:ext>
      </dgm:extLst>
    </dgm:pt>
    <dgm:pt modelId="{F3C16BDB-488C-43F0-9955-2DAB1AC58795}" type="pres">
      <dgm:prSet presAssocID="{297A0B4B-367F-4BDE-B13C-ABEE7C0F99B5}" presName="spaceRect" presStyleCnt="0"/>
      <dgm:spPr/>
    </dgm:pt>
    <dgm:pt modelId="{73B3B20D-149A-4DEC-AD5D-D6A54D8B6A12}" type="pres">
      <dgm:prSet presAssocID="{297A0B4B-367F-4BDE-B13C-ABEE7C0F99B5}" presName="parTx" presStyleLbl="revTx" presStyleIdx="0" presStyleCnt="3">
        <dgm:presLayoutVars>
          <dgm:chMax val="0"/>
          <dgm:chPref val="0"/>
        </dgm:presLayoutVars>
      </dgm:prSet>
      <dgm:spPr/>
    </dgm:pt>
    <dgm:pt modelId="{345C8A1F-AE13-4B03-8EDE-51CF738D86AC}" type="pres">
      <dgm:prSet presAssocID="{7CBE771D-96A5-4711-97C4-1F97B2DBCE9E}" presName="sibTrans" presStyleCnt="0"/>
      <dgm:spPr/>
    </dgm:pt>
    <dgm:pt modelId="{91B5BE2F-E514-4A42-B118-D1A6BCB5E89D}" type="pres">
      <dgm:prSet presAssocID="{16EBEEF1-0E31-409C-B04C-7F562C508B0E}" presName="compNode" presStyleCnt="0"/>
      <dgm:spPr/>
    </dgm:pt>
    <dgm:pt modelId="{4BE15ED2-9CC7-4791-90B6-933B96BA9DC1}" type="pres">
      <dgm:prSet presAssocID="{16EBEEF1-0E31-409C-B04C-7F562C508B0E}" presName="bgRect" presStyleLbl="bgShp" presStyleIdx="1" presStyleCnt="3"/>
      <dgm:spPr/>
    </dgm:pt>
    <dgm:pt modelId="{775A6B6F-8D9F-4708-959C-3A3F9DF86599}" type="pres">
      <dgm:prSet presAssocID="{16EBEEF1-0E31-409C-B04C-7F562C508B0E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ódigo de Barras"/>
        </a:ext>
      </dgm:extLst>
    </dgm:pt>
    <dgm:pt modelId="{F16B8423-E398-4E24-A604-E1477633BFF1}" type="pres">
      <dgm:prSet presAssocID="{16EBEEF1-0E31-409C-B04C-7F562C508B0E}" presName="spaceRect" presStyleCnt="0"/>
      <dgm:spPr/>
    </dgm:pt>
    <dgm:pt modelId="{AA221179-5CD6-4184-A508-B8AD7F5E4EAE}" type="pres">
      <dgm:prSet presAssocID="{16EBEEF1-0E31-409C-B04C-7F562C508B0E}" presName="parTx" presStyleLbl="revTx" presStyleIdx="1" presStyleCnt="3">
        <dgm:presLayoutVars>
          <dgm:chMax val="0"/>
          <dgm:chPref val="0"/>
        </dgm:presLayoutVars>
      </dgm:prSet>
      <dgm:spPr/>
    </dgm:pt>
    <dgm:pt modelId="{AFFE0FAE-7452-42CC-8695-F070CC647C33}" type="pres">
      <dgm:prSet presAssocID="{D96F6B1B-547A-456C-90F7-A97FA1813C2D}" presName="sibTrans" presStyleCnt="0"/>
      <dgm:spPr/>
    </dgm:pt>
    <dgm:pt modelId="{DC350058-498E-4B8F-A066-D614141DCE85}" type="pres">
      <dgm:prSet presAssocID="{1422BE0D-0F0B-463E-BB54-3994EA954347}" presName="compNode" presStyleCnt="0"/>
      <dgm:spPr/>
    </dgm:pt>
    <dgm:pt modelId="{139E144D-34C4-49B5-8EFE-760F1523E2CE}" type="pres">
      <dgm:prSet presAssocID="{1422BE0D-0F0B-463E-BB54-3994EA954347}" presName="bgRect" presStyleLbl="bgShp" presStyleIdx="2" presStyleCnt="3"/>
      <dgm:spPr/>
    </dgm:pt>
    <dgm:pt modelId="{B105A559-4522-4EB0-8C07-BD27212A4D2D}" type="pres">
      <dgm:prSet presAssocID="{1422BE0D-0F0B-463E-BB54-3994EA954347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ala de aula"/>
        </a:ext>
      </dgm:extLst>
    </dgm:pt>
    <dgm:pt modelId="{DD7FCD7C-B392-4E51-BF4B-250501711E95}" type="pres">
      <dgm:prSet presAssocID="{1422BE0D-0F0B-463E-BB54-3994EA954347}" presName="spaceRect" presStyleCnt="0"/>
      <dgm:spPr/>
    </dgm:pt>
    <dgm:pt modelId="{79A131E4-6366-48B2-8B91-98C19083D0EC}" type="pres">
      <dgm:prSet presAssocID="{1422BE0D-0F0B-463E-BB54-3994EA954347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05F92640-1B71-4AAA-BAD4-1BED22CA4213}" type="presOf" srcId="{3A52C15A-6AFB-49C6-B15B-7F0029E0EDEE}" destId="{FC0B3EBA-7C21-4841-BC1A-A10BBB824BE7}" srcOrd="0" destOrd="0" presId="urn:microsoft.com/office/officeart/2018/2/layout/IconVerticalSolidList"/>
    <dgm:cxn modelId="{AB4EAF50-F15C-47E2-A6F8-E36F863EC103}" srcId="{3A52C15A-6AFB-49C6-B15B-7F0029E0EDEE}" destId="{1422BE0D-0F0B-463E-BB54-3994EA954347}" srcOrd="2" destOrd="0" parTransId="{5F2179DE-9DBD-44ED-8473-2C771C8FCFEE}" sibTransId="{66523940-88E7-49AA-A03A-8E05F6999FAE}"/>
    <dgm:cxn modelId="{28DCE775-EA36-44A8-A840-8E0BDEEAA027}" type="presOf" srcId="{16EBEEF1-0E31-409C-B04C-7F562C508B0E}" destId="{AA221179-5CD6-4184-A508-B8AD7F5E4EAE}" srcOrd="0" destOrd="0" presId="urn:microsoft.com/office/officeart/2018/2/layout/IconVerticalSolidList"/>
    <dgm:cxn modelId="{29D2407C-B2BF-4D77-85A4-2FDD3B5629AE}" type="presOf" srcId="{297A0B4B-367F-4BDE-B13C-ABEE7C0F99B5}" destId="{73B3B20D-149A-4DEC-AD5D-D6A54D8B6A12}" srcOrd="0" destOrd="0" presId="urn:microsoft.com/office/officeart/2018/2/layout/IconVerticalSolidList"/>
    <dgm:cxn modelId="{5C4C829A-1376-4A13-825C-0244BDD96C83}" srcId="{3A52C15A-6AFB-49C6-B15B-7F0029E0EDEE}" destId="{16EBEEF1-0E31-409C-B04C-7F562C508B0E}" srcOrd="1" destOrd="0" parTransId="{8A1C089E-5CB6-480D-A4F4-F1ED72D9F99B}" sibTransId="{D96F6B1B-547A-456C-90F7-A97FA1813C2D}"/>
    <dgm:cxn modelId="{639749AA-588A-4431-A5E7-D1F6B7CA8067}" type="presOf" srcId="{1422BE0D-0F0B-463E-BB54-3994EA954347}" destId="{79A131E4-6366-48B2-8B91-98C19083D0EC}" srcOrd="0" destOrd="0" presId="urn:microsoft.com/office/officeart/2018/2/layout/IconVerticalSolidList"/>
    <dgm:cxn modelId="{582F7BC8-E6E2-4E05-8A8E-DA8F6ECCDB45}" srcId="{3A52C15A-6AFB-49C6-B15B-7F0029E0EDEE}" destId="{297A0B4B-367F-4BDE-B13C-ABEE7C0F99B5}" srcOrd="0" destOrd="0" parTransId="{CAFA20F8-9915-4566-858B-BFBB055C0127}" sibTransId="{7CBE771D-96A5-4711-97C4-1F97B2DBCE9E}"/>
    <dgm:cxn modelId="{CCD2F4AC-D527-4F93-B69D-5232061DA9A3}" type="presParOf" srcId="{FC0B3EBA-7C21-4841-BC1A-A10BBB824BE7}" destId="{73EA492C-CA89-4CA9-B174-5D6BA8068F2F}" srcOrd="0" destOrd="0" presId="urn:microsoft.com/office/officeart/2018/2/layout/IconVerticalSolidList"/>
    <dgm:cxn modelId="{F9E229E0-4680-458F-817D-2B24E84CA80F}" type="presParOf" srcId="{73EA492C-CA89-4CA9-B174-5D6BA8068F2F}" destId="{CDAAEF0B-956D-416B-B5FC-F9D57637638C}" srcOrd="0" destOrd="0" presId="urn:microsoft.com/office/officeart/2018/2/layout/IconVerticalSolidList"/>
    <dgm:cxn modelId="{B07B1990-1426-4D8D-821B-5A187DF9623C}" type="presParOf" srcId="{73EA492C-CA89-4CA9-B174-5D6BA8068F2F}" destId="{14CE36DF-6243-40DD-B000-F95E619B5BBC}" srcOrd="1" destOrd="0" presId="urn:microsoft.com/office/officeart/2018/2/layout/IconVerticalSolidList"/>
    <dgm:cxn modelId="{25EB4F9C-28CE-40AC-B47D-CC5BF828CFCA}" type="presParOf" srcId="{73EA492C-CA89-4CA9-B174-5D6BA8068F2F}" destId="{F3C16BDB-488C-43F0-9955-2DAB1AC58795}" srcOrd="2" destOrd="0" presId="urn:microsoft.com/office/officeart/2018/2/layout/IconVerticalSolidList"/>
    <dgm:cxn modelId="{AB4AB4AC-128E-465E-89FF-BF56AA150E8F}" type="presParOf" srcId="{73EA492C-CA89-4CA9-B174-5D6BA8068F2F}" destId="{73B3B20D-149A-4DEC-AD5D-D6A54D8B6A12}" srcOrd="3" destOrd="0" presId="urn:microsoft.com/office/officeart/2018/2/layout/IconVerticalSolidList"/>
    <dgm:cxn modelId="{0346D6C7-D5D8-4D8B-8899-66ABBF7390B8}" type="presParOf" srcId="{FC0B3EBA-7C21-4841-BC1A-A10BBB824BE7}" destId="{345C8A1F-AE13-4B03-8EDE-51CF738D86AC}" srcOrd="1" destOrd="0" presId="urn:microsoft.com/office/officeart/2018/2/layout/IconVerticalSolidList"/>
    <dgm:cxn modelId="{2AB7346D-DCFB-4E88-95C8-623EBBD0CBC1}" type="presParOf" srcId="{FC0B3EBA-7C21-4841-BC1A-A10BBB824BE7}" destId="{91B5BE2F-E514-4A42-B118-D1A6BCB5E89D}" srcOrd="2" destOrd="0" presId="urn:microsoft.com/office/officeart/2018/2/layout/IconVerticalSolidList"/>
    <dgm:cxn modelId="{359631F0-A320-4EC3-8604-0B3BAFB625B3}" type="presParOf" srcId="{91B5BE2F-E514-4A42-B118-D1A6BCB5E89D}" destId="{4BE15ED2-9CC7-4791-90B6-933B96BA9DC1}" srcOrd="0" destOrd="0" presId="urn:microsoft.com/office/officeart/2018/2/layout/IconVerticalSolidList"/>
    <dgm:cxn modelId="{C3BA86A9-39AA-4761-B488-00835D557E2D}" type="presParOf" srcId="{91B5BE2F-E514-4A42-B118-D1A6BCB5E89D}" destId="{775A6B6F-8D9F-4708-959C-3A3F9DF86599}" srcOrd="1" destOrd="0" presId="urn:microsoft.com/office/officeart/2018/2/layout/IconVerticalSolidList"/>
    <dgm:cxn modelId="{67539D28-5F5E-4653-8AE2-660684F5709D}" type="presParOf" srcId="{91B5BE2F-E514-4A42-B118-D1A6BCB5E89D}" destId="{F16B8423-E398-4E24-A604-E1477633BFF1}" srcOrd="2" destOrd="0" presId="urn:microsoft.com/office/officeart/2018/2/layout/IconVerticalSolidList"/>
    <dgm:cxn modelId="{8696F5CE-CF34-4E93-BD1A-428045CD6203}" type="presParOf" srcId="{91B5BE2F-E514-4A42-B118-D1A6BCB5E89D}" destId="{AA221179-5CD6-4184-A508-B8AD7F5E4EAE}" srcOrd="3" destOrd="0" presId="urn:microsoft.com/office/officeart/2018/2/layout/IconVerticalSolidList"/>
    <dgm:cxn modelId="{144CA526-1F7B-4DF8-9E33-AED9C0691525}" type="presParOf" srcId="{FC0B3EBA-7C21-4841-BC1A-A10BBB824BE7}" destId="{AFFE0FAE-7452-42CC-8695-F070CC647C33}" srcOrd="3" destOrd="0" presId="urn:microsoft.com/office/officeart/2018/2/layout/IconVerticalSolidList"/>
    <dgm:cxn modelId="{7859833E-4C24-413C-B873-718C5819A10A}" type="presParOf" srcId="{FC0B3EBA-7C21-4841-BC1A-A10BBB824BE7}" destId="{DC350058-498E-4B8F-A066-D614141DCE85}" srcOrd="4" destOrd="0" presId="urn:microsoft.com/office/officeart/2018/2/layout/IconVerticalSolidList"/>
    <dgm:cxn modelId="{B7588997-9623-4638-8C0D-1171FE8B88FC}" type="presParOf" srcId="{DC350058-498E-4B8F-A066-D614141DCE85}" destId="{139E144D-34C4-49B5-8EFE-760F1523E2CE}" srcOrd="0" destOrd="0" presId="urn:microsoft.com/office/officeart/2018/2/layout/IconVerticalSolidList"/>
    <dgm:cxn modelId="{BD04488F-715C-4252-9FE8-A2AC1C1567F9}" type="presParOf" srcId="{DC350058-498E-4B8F-A066-D614141DCE85}" destId="{B105A559-4522-4EB0-8C07-BD27212A4D2D}" srcOrd="1" destOrd="0" presId="urn:microsoft.com/office/officeart/2018/2/layout/IconVerticalSolidList"/>
    <dgm:cxn modelId="{C4AFC78B-CD0E-4182-80C5-950D6B8EBAA2}" type="presParOf" srcId="{DC350058-498E-4B8F-A066-D614141DCE85}" destId="{DD7FCD7C-B392-4E51-BF4B-250501711E95}" srcOrd="2" destOrd="0" presId="urn:microsoft.com/office/officeart/2018/2/layout/IconVerticalSolidList"/>
    <dgm:cxn modelId="{245148D7-85A1-4ACC-8F06-9E43C0DD347E}" type="presParOf" srcId="{DC350058-498E-4B8F-A066-D614141DCE85}" destId="{79A131E4-6366-48B2-8B91-98C19083D0E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A52C15A-6AFB-49C6-B15B-7F0029E0EDEE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297A0B4B-367F-4BDE-B13C-ABEE7C0F99B5}">
      <dgm:prSet/>
      <dgm:spPr/>
      <dgm:t>
        <a:bodyPr/>
        <a:lstStyle/>
        <a:p>
          <a:r>
            <a:rPr lang="pt-BR" b="1"/>
            <a:t>Compatibilidade:</a:t>
          </a:r>
          <a:r>
            <a:rPr lang="pt-BR"/>
            <a:t> Maximizar a compatibilidade com ferramentas atuais e futuras</a:t>
          </a:r>
          <a:endParaRPr lang="en-US"/>
        </a:p>
      </dgm:t>
    </dgm:pt>
    <dgm:pt modelId="{CAFA20F8-9915-4566-858B-BFBB055C0127}" type="parTrans" cxnId="{582F7BC8-E6E2-4E05-8A8E-DA8F6ECCDB45}">
      <dgm:prSet/>
      <dgm:spPr/>
      <dgm:t>
        <a:bodyPr/>
        <a:lstStyle/>
        <a:p>
          <a:endParaRPr lang="en-US"/>
        </a:p>
      </dgm:t>
    </dgm:pt>
    <dgm:pt modelId="{7CBE771D-96A5-4711-97C4-1F97B2DBCE9E}" type="sibTrans" cxnId="{582F7BC8-E6E2-4E05-8A8E-DA8F6ECCDB45}">
      <dgm:prSet/>
      <dgm:spPr/>
      <dgm:t>
        <a:bodyPr/>
        <a:lstStyle/>
        <a:p>
          <a:endParaRPr lang="en-US"/>
        </a:p>
      </dgm:t>
    </dgm:pt>
    <dgm:pt modelId="{16EBEEF1-0E31-409C-B04C-7F562C508B0E}">
      <dgm:prSet/>
      <dgm:spPr/>
      <dgm:t>
        <a:bodyPr/>
        <a:lstStyle/>
        <a:p>
          <a:r>
            <a:rPr lang="pt-BR" b="1"/>
            <a:t>Código limpo:</a:t>
          </a:r>
          <a:r>
            <a:rPr lang="pt-BR"/>
            <a:t> Usar marcação semântica e válida</a:t>
          </a:r>
          <a:endParaRPr lang="en-US"/>
        </a:p>
      </dgm:t>
    </dgm:pt>
    <dgm:pt modelId="{8A1C089E-5CB6-480D-A4F4-F1ED72D9F99B}" type="parTrans" cxnId="{5C4C829A-1376-4A13-825C-0244BDD96C83}">
      <dgm:prSet/>
      <dgm:spPr/>
      <dgm:t>
        <a:bodyPr/>
        <a:lstStyle/>
        <a:p>
          <a:endParaRPr lang="en-US"/>
        </a:p>
      </dgm:t>
    </dgm:pt>
    <dgm:pt modelId="{D96F6B1B-547A-456C-90F7-A97FA1813C2D}" type="sibTrans" cxnId="{5C4C829A-1376-4A13-825C-0244BDD96C83}">
      <dgm:prSet/>
      <dgm:spPr/>
      <dgm:t>
        <a:bodyPr/>
        <a:lstStyle/>
        <a:p>
          <a:endParaRPr lang="en-US"/>
        </a:p>
      </dgm:t>
    </dgm:pt>
    <dgm:pt modelId="{1422BE0D-0F0B-463E-BB54-3994EA954347}">
      <dgm:prSet/>
      <dgm:spPr/>
      <dgm:t>
        <a:bodyPr/>
        <a:lstStyle/>
        <a:p>
          <a:r>
            <a:rPr lang="pt-BR" b="1"/>
            <a:t>Tecnologias assistivas:</a:t>
          </a:r>
          <a:r>
            <a:rPr lang="pt-BR"/>
            <a:t> Garantir que o conteúdo funcione adequadamente com leitores de tela e outras ferramentas</a:t>
          </a:r>
          <a:endParaRPr lang="en-US"/>
        </a:p>
      </dgm:t>
    </dgm:pt>
    <dgm:pt modelId="{5F2179DE-9DBD-44ED-8473-2C771C8FCFEE}" type="parTrans" cxnId="{AB4EAF50-F15C-47E2-A6F8-E36F863EC103}">
      <dgm:prSet/>
      <dgm:spPr/>
      <dgm:t>
        <a:bodyPr/>
        <a:lstStyle/>
        <a:p>
          <a:endParaRPr lang="en-US"/>
        </a:p>
      </dgm:t>
    </dgm:pt>
    <dgm:pt modelId="{66523940-88E7-49AA-A03A-8E05F6999FAE}" type="sibTrans" cxnId="{AB4EAF50-F15C-47E2-A6F8-E36F863EC103}">
      <dgm:prSet/>
      <dgm:spPr/>
      <dgm:t>
        <a:bodyPr/>
        <a:lstStyle/>
        <a:p>
          <a:endParaRPr lang="en-US"/>
        </a:p>
      </dgm:t>
    </dgm:pt>
    <dgm:pt modelId="{FC0B3EBA-7C21-4841-BC1A-A10BBB824BE7}" type="pres">
      <dgm:prSet presAssocID="{3A52C15A-6AFB-49C6-B15B-7F0029E0EDEE}" presName="root" presStyleCnt="0">
        <dgm:presLayoutVars>
          <dgm:dir/>
          <dgm:resizeHandles val="exact"/>
        </dgm:presLayoutVars>
      </dgm:prSet>
      <dgm:spPr/>
    </dgm:pt>
    <dgm:pt modelId="{73EA492C-CA89-4CA9-B174-5D6BA8068F2F}" type="pres">
      <dgm:prSet presAssocID="{297A0B4B-367F-4BDE-B13C-ABEE7C0F99B5}" presName="compNode" presStyleCnt="0"/>
      <dgm:spPr/>
    </dgm:pt>
    <dgm:pt modelId="{CDAAEF0B-956D-416B-B5FC-F9D57637638C}" type="pres">
      <dgm:prSet presAssocID="{297A0B4B-367F-4BDE-B13C-ABEE7C0F99B5}" presName="bgRect" presStyleLbl="bgShp" presStyleIdx="0" presStyleCnt="3"/>
      <dgm:spPr/>
    </dgm:pt>
    <dgm:pt modelId="{14CE36DF-6243-40DD-B000-F95E619B5BBC}" type="pres">
      <dgm:prSet presAssocID="{297A0B4B-367F-4BDE-B13C-ABEE7C0F99B5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 de seleção"/>
        </a:ext>
      </dgm:extLst>
    </dgm:pt>
    <dgm:pt modelId="{F3C16BDB-488C-43F0-9955-2DAB1AC58795}" type="pres">
      <dgm:prSet presAssocID="{297A0B4B-367F-4BDE-B13C-ABEE7C0F99B5}" presName="spaceRect" presStyleCnt="0"/>
      <dgm:spPr/>
    </dgm:pt>
    <dgm:pt modelId="{73B3B20D-149A-4DEC-AD5D-D6A54D8B6A12}" type="pres">
      <dgm:prSet presAssocID="{297A0B4B-367F-4BDE-B13C-ABEE7C0F99B5}" presName="parTx" presStyleLbl="revTx" presStyleIdx="0" presStyleCnt="3">
        <dgm:presLayoutVars>
          <dgm:chMax val="0"/>
          <dgm:chPref val="0"/>
        </dgm:presLayoutVars>
      </dgm:prSet>
      <dgm:spPr/>
    </dgm:pt>
    <dgm:pt modelId="{345C8A1F-AE13-4B03-8EDE-51CF738D86AC}" type="pres">
      <dgm:prSet presAssocID="{7CBE771D-96A5-4711-97C4-1F97B2DBCE9E}" presName="sibTrans" presStyleCnt="0"/>
      <dgm:spPr/>
    </dgm:pt>
    <dgm:pt modelId="{91B5BE2F-E514-4A42-B118-D1A6BCB5E89D}" type="pres">
      <dgm:prSet presAssocID="{16EBEEF1-0E31-409C-B04C-7F562C508B0E}" presName="compNode" presStyleCnt="0"/>
      <dgm:spPr/>
    </dgm:pt>
    <dgm:pt modelId="{4BE15ED2-9CC7-4791-90B6-933B96BA9DC1}" type="pres">
      <dgm:prSet presAssocID="{16EBEEF1-0E31-409C-B04C-7F562C508B0E}" presName="bgRect" presStyleLbl="bgShp" presStyleIdx="1" presStyleCnt="3"/>
      <dgm:spPr/>
    </dgm:pt>
    <dgm:pt modelId="{775A6B6F-8D9F-4708-959C-3A3F9DF86599}" type="pres">
      <dgm:prSet presAssocID="{16EBEEF1-0E31-409C-B04C-7F562C508B0E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ódigo de Barras"/>
        </a:ext>
      </dgm:extLst>
    </dgm:pt>
    <dgm:pt modelId="{F16B8423-E398-4E24-A604-E1477633BFF1}" type="pres">
      <dgm:prSet presAssocID="{16EBEEF1-0E31-409C-B04C-7F562C508B0E}" presName="spaceRect" presStyleCnt="0"/>
      <dgm:spPr/>
    </dgm:pt>
    <dgm:pt modelId="{AA221179-5CD6-4184-A508-B8AD7F5E4EAE}" type="pres">
      <dgm:prSet presAssocID="{16EBEEF1-0E31-409C-B04C-7F562C508B0E}" presName="parTx" presStyleLbl="revTx" presStyleIdx="1" presStyleCnt="3">
        <dgm:presLayoutVars>
          <dgm:chMax val="0"/>
          <dgm:chPref val="0"/>
        </dgm:presLayoutVars>
      </dgm:prSet>
      <dgm:spPr/>
    </dgm:pt>
    <dgm:pt modelId="{AFFE0FAE-7452-42CC-8695-F070CC647C33}" type="pres">
      <dgm:prSet presAssocID="{D96F6B1B-547A-456C-90F7-A97FA1813C2D}" presName="sibTrans" presStyleCnt="0"/>
      <dgm:spPr/>
    </dgm:pt>
    <dgm:pt modelId="{DC350058-498E-4B8F-A066-D614141DCE85}" type="pres">
      <dgm:prSet presAssocID="{1422BE0D-0F0B-463E-BB54-3994EA954347}" presName="compNode" presStyleCnt="0"/>
      <dgm:spPr/>
    </dgm:pt>
    <dgm:pt modelId="{139E144D-34C4-49B5-8EFE-760F1523E2CE}" type="pres">
      <dgm:prSet presAssocID="{1422BE0D-0F0B-463E-BB54-3994EA954347}" presName="bgRect" presStyleLbl="bgShp" presStyleIdx="2" presStyleCnt="3"/>
      <dgm:spPr/>
    </dgm:pt>
    <dgm:pt modelId="{B105A559-4522-4EB0-8C07-BD27212A4D2D}" type="pres">
      <dgm:prSet presAssocID="{1422BE0D-0F0B-463E-BB54-3994EA954347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ala de aula"/>
        </a:ext>
      </dgm:extLst>
    </dgm:pt>
    <dgm:pt modelId="{DD7FCD7C-B392-4E51-BF4B-250501711E95}" type="pres">
      <dgm:prSet presAssocID="{1422BE0D-0F0B-463E-BB54-3994EA954347}" presName="spaceRect" presStyleCnt="0"/>
      <dgm:spPr/>
    </dgm:pt>
    <dgm:pt modelId="{79A131E4-6366-48B2-8B91-98C19083D0EC}" type="pres">
      <dgm:prSet presAssocID="{1422BE0D-0F0B-463E-BB54-3994EA954347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05F92640-1B71-4AAA-BAD4-1BED22CA4213}" type="presOf" srcId="{3A52C15A-6AFB-49C6-B15B-7F0029E0EDEE}" destId="{FC0B3EBA-7C21-4841-BC1A-A10BBB824BE7}" srcOrd="0" destOrd="0" presId="urn:microsoft.com/office/officeart/2018/2/layout/IconVerticalSolidList"/>
    <dgm:cxn modelId="{AB4EAF50-F15C-47E2-A6F8-E36F863EC103}" srcId="{3A52C15A-6AFB-49C6-B15B-7F0029E0EDEE}" destId="{1422BE0D-0F0B-463E-BB54-3994EA954347}" srcOrd="2" destOrd="0" parTransId="{5F2179DE-9DBD-44ED-8473-2C771C8FCFEE}" sibTransId="{66523940-88E7-49AA-A03A-8E05F6999FAE}"/>
    <dgm:cxn modelId="{28DCE775-EA36-44A8-A840-8E0BDEEAA027}" type="presOf" srcId="{16EBEEF1-0E31-409C-B04C-7F562C508B0E}" destId="{AA221179-5CD6-4184-A508-B8AD7F5E4EAE}" srcOrd="0" destOrd="0" presId="urn:microsoft.com/office/officeart/2018/2/layout/IconVerticalSolidList"/>
    <dgm:cxn modelId="{29D2407C-B2BF-4D77-85A4-2FDD3B5629AE}" type="presOf" srcId="{297A0B4B-367F-4BDE-B13C-ABEE7C0F99B5}" destId="{73B3B20D-149A-4DEC-AD5D-D6A54D8B6A12}" srcOrd="0" destOrd="0" presId="urn:microsoft.com/office/officeart/2018/2/layout/IconVerticalSolidList"/>
    <dgm:cxn modelId="{5C4C829A-1376-4A13-825C-0244BDD96C83}" srcId="{3A52C15A-6AFB-49C6-B15B-7F0029E0EDEE}" destId="{16EBEEF1-0E31-409C-B04C-7F562C508B0E}" srcOrd="1" destOrd="0" parTransId="{8A1C089E-5CB6-480D-A4F4-F1ED72D9F99B}" sibTransId="{D96F6B1B-547A-456C-90F7-A97FA1813C2D}"/>
    <dgm:cxn modelId="{639749AA-588A-4431-A5E7-D1F6B7CA8067}" type="presOf" srcId="{1422BE0D-0F0B-463E-BB54-3994EA954347}" destId="{79A131E4-6366-48B2-8B91-98C19083D0EC}" srcOrd="0" destOrd="0" presId="urn:microsoft.com/office/officeart/2018/2/layout/IconVerticalSolidList"/>
    <dgm:cxn modelId="{582F7BC8-E6E2-4E05-8A8E-DA8F6ECCDB45}" srcId="{3A52C15A-6AFB-49C6-B15B-7F0029E0EDEE}" destId="{297A0B4B-367F-4BDE-B13C-ABEE7C0F99B5}" srcOrd="0" destOrd="0" parTransId="{CAFA20F8-9915-4566-858B-BFBB055C0127}" sibTransId="{7CBE771D-96A5-4711-97C4-1F97B2DBCE9E}"/>
    <dgm:cxn modelId="{CCD2F4AC-D527-4F93-B69D-5232061DA9A3}" type="presParOf" srcId="{FC0B3EBA-7C21-4841-BC1A-A10BBB824BE7}" destId="{73EA492C-CA89-4CA9-B174-5D6BA8068F2F}" srcOrd="0" destOrd="0" presId="urn:microsoft.com/office/officeart/2018/2/layout/IconVerticalSolidList"/>
    <dgm:cxn modelId="{F9E229E0-4680-458F-817D-2B24E84CA80F}" type="presParOf" srcId="{73EA492C-CA89-4CA9-B174-5D6BA8068F2F}" destId="{CDAAEF0B-956D-416B-B5FC-F9D57637638C}" srcOrd="0" destOrd="0" presId="urn:microsoft.com/office/officeart/2018/2/layout/IconVerticalSolidList"/>
    <dgm:cxn modelId="{B07B1990-1426-4D8D-821B-5A187DF9623C}" type="presParOf" srcId="{73EA492C-CA89-4CA9-B174-5D6BA8068F2F}" destId="{14CE36DF-6243-40DD-B000-F95E619B5BBC}" srcOrd="1" destOrd="0" presId="urn:microsoft.com/office/officeart/2018/2/layout/IconVerticalSolidList"/>
    <dgm:cxn modelId="{25EB4F9C-28CE-40AC-B47D-CC5BF828CFCA}" type="presParOf" srcId="{73EA492C-CA89-4CA9-B174-5D6BA8068F2F}" destId="{F3C16BDB-488C-43F0-9955-2DAB1AC58795}" srcOrd="2" destOrd="0" presId="urn:microsoft.com/office/officeart/2018/2/layout/IconVerticalSolidList"/>
    <dgm:cxn modelId="{AB4AB4AC-128E-465E-89FF-BF56AA150E8F}" type="presParOf" srcId="{73EA492C-CA89-4CA9-B174-5D6BA8068F2F}" destId="{73B3B20D-149A-4DEC-AD5D-D6A54D8B6A12}" srcOrd="3" destOrd="0" presId="urn:microsoft.com/office/officeart/2018/2/layout/IconVerticalSolidList"/>
    <dgm:cxn modelId="{0346D6C7-D5D8-4D8B-8899-66ABBF7390B8}" type="presParOf" srcId="{FC0B3EBA-7C21-4841-BC1A-A10BBB824BE7}" destId="{345C8A1F-AE13-4B03-8EDE-51CF738D86AC}" srcOrd="1" destOrd="0" presId="urn:microsoft.com/office/officeart/2018/2/layout/IconVerticalSolidList"/>
    <dgm:cxn modelId="{2AB7346D-DCFB-4E88-95C8-623EBBD0CBC1}" type="presParOf" srcId="{FC0B3EBA-7C21-4841-BC1A-A10BBB824BE7}" destId="{91B5BE2F-E514-4A42-B118-D1A6BCB5E89D}" srcOrd="2" destOrd="0" presId="urn:microsoft.com/office/officeart/2018/2/layout/IconVerticalSolidList"/>
    <dgm:cxn modelId="{359631F0-A320-4EC3-8604-0B3BAFB625B3}" type="presParOf" srcId="{91B5BE2F-E514-4A42-B118-D1A6BCB5E89D}" destId="{4BE15ED2-9CC7-4791-90B6-933B96BA9DC1}" srcOrd="0" destOrd="0" presId="urn:microsoft.com/office/officeart/2018/2/layout/IconVerticalSolidList"/>
    <dgm:cxn modelId="{C3BA86A9-39AA-4761-B488-00835D557E2D}" type="presParOf" srcId="{91B5BE2F-E514-4A42-B118-D1A6BCB5E89D}" destId="{775A6B6F-8D9F-4708-959C-3A3F9DF86599}" srcOrd="1" destOrd="0" presId="urn:microsoft.com/office/officeart/2018/2/layout/IconVerticalSolidList"/>
    <dgm:cxn modelId="{67539D28-5F5E-4653-8AE2-660684F5709D}" type="presParOf" srcId="{91B5BE2F-E514-4A42-B118-D1A6BCB5E89D}" destId="{F16B8423-E398-4E24-A604-E1477633BFF1}" srcOrd="2" destOrd="0" presId="urn:microsoft.com/office/officeart/2018/2/layout/IconVerticalSolidList"/>
    <dgm:cxn modelId="{8696F5CE-CF34-4E93-BD1A-428045CD6203}" type="presParOf" srcId="{91B5BE2F-E514-4A42-B118-D1A6BCB5E89D}" destId="{AA221179-5CD6-4184-A508-B8AD7F5E4EAE}" srcOrd="3" destOrd="0" presId="urn:microsoft.com/office/officeart/2018/2/layout/IconVerticalSolidList"/>
    <dgm:cxn modelId="{144CA526-1F7B-4DF8-9E33-AED9C0691525}" type="presParOf" srcId="{FC0B3EBA-7C21-4841-BC1A-A10BBB824BE7}" destId="{AFFE0FAE-7452-42CC-8695-F070CC647C33}" srcOrd="3" destOrd="0" presId="urn:microsoft.com/office/officeart/2018/2/layout/IconVerticalSolidList"/>
    <dgm:cxn modelId="{7859833E-4C24-413C-B873-718C5819A10A}" type="presParOf" srcId="{FC0B3EBA-7C21-4841-BC1A-A10BBB824BE7}" destId="{DC350058-498E-4B8F-A066-D614141DCE85}" srcOrd="4" destOrd="0" presId="urn:microsoft.com/office/officeart/2018/2/layout/IconVerticalSolidList"/>
    <dgm:cxn modelId="{B7588997-9623-4638-8C0D-1171FE8B88FC}" type="presParOf" srcId="{DC350058-498E-4B8F-A066-D614141DCE85}" destId="{139E144D-34C4-49B5-8EFE-760F1523E2CE}" srcOrd="0" destOrd="0" presId="urn:microsoft.com/office/officeart/2018/2/layout/IconVerticalSolidList"/>
    <dgm:cxn modelId="{BD04488F-715C-4252-9FE8-A2AC1C1567F9}" type="presParOf" srcId="{DC350058-498E-4B8F-A066-D614141DCE85}" destId="{B105A559-4522-4EB0-8C07-BD27212A4D2D}" srcOrd="1" destOrd="0" presId="urn:microsoft.com/office/officeart/2018/2/layout/IconVerticalSolidList"/>
    <dgm:cxn modelId="{C4AFC78B-CD0E-4182-80C5-950D6B8EBAA2}" type="presParOf" srcId="{DC350058-498E-4B8F-A066-D614141DCE85}" destId="{DD7FCD7C-B392-4E51-BF4B-250501711E95}" srcOrd="2" destOrd="0" presId="urn:microsoft.com/office/officeart/2018/2/layout/IconVerticalSolidList"/>
    <dgm:cxn modelId="{245148D7-85A1-4ACC-8F06-9E43C0DD347E}" type="presParOf" srcId="{DC350058-498E-4B8F-A066-D614141DCE85}" destId="{79A131E4-6366-48B2-8B91-98C19083D0E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CD66C27-E08F-4CED-8BE0-6BE5FEE75C60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BDA0BD3F-5B74-4A6B-A723-607FE5C04C88}">
      <dgm:prSet/>
      <dgm:spPr/>
      <dgm:t>
        <a:bodyPr/>
        <a:lstStyle/>
        <a:p>
          <a:r>
            <a:rPr lang="pt-BR" b="1"/>
            <a:t>Nível A (Mínimo): </a:t>
          </a:r>
          <a:r>
            <a:rPr lang="pt-BR"/>
            <a:t>Requisitos básicos de acessibilidade.</a:t>
          </a:r>
          <a:endParaRPr lang="en-US"/>
        </a:p>
      </dgm:t>
    </dgm:pt>
    <dgm:pt modelId="{FAE5D364-8A89-48BA-9205-028E488DEFF8}" type="parTrans" cxnId="{17AF922D-C221-4C79-BB15-9986BD76BC61}">
      <dgm:prSet/>
      <dgm:spPr/>
      <dgm:t>
        <a:bodyPr/>
        <a:lstStyle/>
        <a:p>
          <a:endParaRPr lang="en-US"/>
        </a:p>
      </dgm:t>
    </dgm:pt>
    <dgm:pt modelId="{C783BA52-2F01-407F-9DFF-7D055E4B19E3}" type="sibTrans" cxnId="{17AF922D-C221-4C79-BB15-9986BD76BC61}">
      <dgm:prSet/>
      <dgm:spPr/>
      <dgm:t>
        <a:bodyPr/>
        <a:lstStyle/>
        <a:p>
          <a:endParaRPr lang="en-US"/>
        </a:p>
      </dgm:t>
    </dgm:pt>
    <dgm:pt modelId="{FD14DDCC-6B01-4B91-9C20-B9890BD72CC7}">
      <dgm:prSet/>
      <dgm:spPr/>
      <dgm:t>
        <a:bodyPr/>
        <a:lstStyle/>
        <a:p>
          <a:r>
            <a:rPr lang="pt-BR" b="1"/>
            <a:t>Nível AA (Intermediário): </a:t>
          </a:r>
          <a:r>
            <a:rPr lang="pt-BR"/>
            <a:t>O nível mais comumente adotado por organizações e exigido por leis de acessibilidade. </a:t>
          </a:r>
          <a:endParaRPr lang="en-US"/>
        </a:p>
      </dgm:t>
    </dgm:pt>
    <dgm:pt modelId="{A96567ED-BBBA-4B09-AC72-1CB7B90EF48C}" type="parTrans" cxnId="{E910CDAE-2905-42C3-8720-9FE129F106D2}">
      <dgm:prSet/>
      <dgm:spPr/>
      <dgm:t>
        <a:bodyPr/>
        <a:lstStyle/>
        <a:p>
          <a:endParaRPr lang="en-US"/>
        </a:p>
      </dgm:t>
    </dgm:pt>
    <dgm:pt modelId="{8C2A65C5-66B1-4B6E-AA9E-C320AA1DEDC7}" type="sibTrans" cxnId="{E910CDAE-2905-42C3-8720-9FE129F106D2}">
      <dgm:prSet/>
      <dgm:spPr/>
      <dgm:t>
        <a:bodyPr/>
        <a:lstStyle/>
        <a:p>
          <a:endParaRPr lang="en-US"/>
        </a:p>
      </dgm:t>
    </dgm:pt>
    <dgm:pt modelId="{D671E159-7719-415B-B4F9-A273321BCC24}">
      <dgm:prSet/>
      <dgm:spPr/>
      <dgm:t>
        <a:bodyPr/>
        <a:lstStyle/>
        <a:p>
          <a:r>
            <a:rPr lang="pt-BR" b="1"/>
            <a:t>Nível AAA (Avançado): </a:t>
          </a:r>
          <a:r>
            <a:rPr lang="pt-BR"/>
            <a:t>O nível AAA é o nível mais alto de conformidade com as WCAG, incluindo todos os critérios de sucesso. </a:t>
          </a:r>
          <a:endParaRPr lang="en-US"/>
        </a:p>
      </dgm:t>
    </dgm:pt>
    <dgm:pt modelId="{5FB6098D-11A6-4153-85F1-2BA188F193C7}" type="parTrans" cxnId="{203E4751-AC5B-44C0-959B-6B431B490592}">
      <dgm:prSet/>
      <dgm:spPr/>
      <dgm:t>
        <a:bodyPr/>
        <a:lstStyle/>
        <a:p>
          <a:endParaRPr lang="en-US"/>
        </a:p>
      </dgm:t>
    </dgm:pt>
    <dgm:pt modelId="{6BF183AE-AD91-4C4E-B2BD-57E3E7934EB3}" type="sibTrans" cxnId="{203E4751-AC5B-44C0-959B-6B431B490592}">
      <dgm:prSet/>
      <dgm:spPr/>
      <dgm:t>
        <a:bodyPr/>
        <a:lstStyle/>
        <a:p>
          <a:endParaRPr lang="en-US"/>
        </a:p>
      </dgm:t>
    </dgm:pt>
    <dgm:pt modelId="{E7C10C16-87D0-4B29-A28B-7A1E6B2BB022}" type="pres">
      <dgm:prSet presAssocID="{8CD66C27-E08F-4CED-8BE0-6BE5FEE75C60}" presName="root" presStyleCnt="0">
        <dgm:presLayoutVars>
          <dgm:dir/>
          <dgm:resizeHandles val="exact"/>
        </dgm:presLayoutVars>
      </dgm:prSet>
      <dgm:spPr/>
    </dgm:pt>
    <dgm:pt modelId="{FD2E2E9E-3E30-4950-A4F3-8E9F9465BC54}" type="pres">
      <dgm:prSet presAssocID="{BDA0BD3F-5B74-4A6B-A723-607FE5C04C88}" presName="compNode" presStyleCnt="0"/>
      <dgm:spPr/>
    </dgm:pt>
    <dgm:pt modelId="{536EC846-E371-4E3C-BBDE-D1DE862D4B20}" type="pres">
      <dgm:prSet presAssocID="{BDA0BD3F-5B74-4A6B-A723-607FE5C04C88}" presName="bgRect" presStyleLbl="bgShp" presStyleIdx="0" presStyleCnt="3"/>
      <dgm:spPr/>
    </dgm:pt>
    <dgm:pt modelId="{6A292A16-CA39-400A-AF72-6A1C99DEF492}" type="pres">
      <dgm:prSet presAssocID="{BDA0BD3F-5B74-4A6B-A723-607FE5C04C88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ploma Roll"/>
        </a:ext>
      </dgm:extLst>
    </dgm:pt>
    <dgm:pt modelId="{41662AFF-96DE-46F3-A1FF-F76679792AFC}" type="pres">
      <dgm:prSet presAssocID="{BDA0BD3F-5B74-4A6B-A723-607FE5C04C88}" presName="spaceRect" presStyleCnt="0"/>
      <dgm:spPr/>
    </dgm:pt>
    <dgm:pt modelId="{EC76F816-7F86-438F-814E-A0632C44ACAF}" type="pres">
      <dgm:prSet presAssocID="{BDA0BD3F-5B74-4A6B-A723-607FE5C04C88}" presName="parTx" presStyleLbl="revTx" presStyleIdx="0" presStyleCnt="3">
        <dgm:presLayoutVars>
          <dgm:chMax val="0"/>
          <dgm:chPref val="0"/>
        </dgm:presLayoutVars>
      </dgm:prSet>
      <dgm:spPr/>
    </dgm:pt>
    <dgm:pt modelId="{51C6F0F7-C51B-49F9-A328-DE9CE94BB3DF}" type="pres">
      <dgm:prSet presAssocID="{C783BA52-2F01-407F-9DFF-7D055E4B19E3}" presName="sibTrans" presStyleCnt="0"/>
      <dgm:spPr/>
    </dgm:pt>
    <dgm:pt modelId="{C01F2B0E-233B-4419-A9A2-E585EAEB54F1}" type="pres">
      <dgm:prSet presAssocID="{FD14DDCC-6B01-4B91-9C20-B9890BD72CC7}" presName="compNode" presStyleCnt="0"/>
      <dgm:spPr/>
    </dgm:pt>
    <dgm:pt modelId="{B547532B-B626-4251-9724-902180C9A3A9}" type="pres">
      <dgm:prSet presAssocID="{FD14DDCC-6B01-4B91-9C20-B9890BD72CC7}" presName="bgRect" presStyleLbl="bgShp" presStyleIdx="1" presStyleCnt="3"/>
      <dgm:spPr/>
    </dgm:pt>
    <dgm:pt modelId="{1AE17250-6A00-4DBA-AD3F-84C46D1D9C31}" type="pres">
      <dgm:prSet presAssocID="{FD14DDCC-6B01-4B91-9C20-B9890BD72CC7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axofone"/>
        </a:ext>
      </dgm:extLst>
    </dgm:pt>
    <dgm:pt modelId="{4C48058E-B73B-44B3-B9B6-C72BFCB0AD0A}" type="pres">
      <dgm:prSet presAssocID="{FD14DDCC-6B01-4B91-9C20-B9890BD72CC7}" presName="spaceRect" presStyleCnt="0"/>
      <dgm:spPr/>
    </dgm:pt>
    <dgm:pt modelId="{CB703539-8513-42BD-AC08-66817AF048B0}" type="pres">
      <dgm:prSet presAssocID="{FD14DDCC-6B01-4B91-9C20-B9890BD72CC7}" presName="parTx" presStyleLbl="revTx" presStyleIdx="1" presStyleCnt="3">
        <dgm:presLayoutVars>
          <dgm:chMax val="0"/>
          <dgm:chPref val="0"/>
        </dgm:presLayoutVars>
      </dgm:prSet>
      <dgm:spPr/>
    </dgm:pt>
    <dgm:pt modelId="{6D706D7A-DA24-4161-8DB3-EC5D49628A23}" type="pres">
      <dgm:prSet presAssocID="{8C2A65C5-66B1-4B6E-AA9E-C320AA1DEDC7}" presName="sibTrans" presStyleCnt="0"/>
      <dgm:spPr/>
    </dgm:pt>
    <dgm:pt modelId="{E8EF3B91-5127-4FA8-944F-4F5A516A26F0}" type="pres">
      <dgm:prSet presAssocID="{D671E159-7719-415B-B4F9-A273321BCC24}" presName="compNode" presStyleCnt="0"/>
      <dgm:spPr/>
    </dgm:pt>
    <dgm:pt modelId="{72DAA00A-4CFA-481D-AA41-269F77416BD3}" type="pres">
      <dgm:prSet presAssocID="{D671E159-7719-415B-B4F9-A273321BCC24}" presName="bgRect" presStyleLbl="bgShp" presStyleIdx="2" presStyleCnt="3"/>
      <dgm:spPr/>
    </dgm:pt>
    <dgm:pt modelId="{DEA7CE63-B2B4-4641-A175-855D93CE9891}" type="pres">
      <dgm:prSet presAssocID="{D671E159-7719-415B-B4F9-A273321BCC24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 de seleção"/>
        </a:ext>
      </dgm:extLst>
    </dgm:pt>
    <dgm:pt modelId="{234157D4-2BB0-4E26-8E44-1488D17C5D4D}" type="pres">
      <dgm:prSet presAssocID="{D671E159-7719-415B-B4F9-A273321BCC24}" presName="spaceRect" presStyleCnt="0"/>
      <dgm:spPr/>
    </dgm:pt>
    <dgm:pt modelId="{03FDD551-8731-48D9-AB06-44ED1C464956}" type="pres">
      <dgm:prSet presAssocID="{D671E159-7719-415B-B4F9-A273321BCC24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0A79640A-A745-4ED8-9480-B0DAB99D01B3}" type="presOf" srcId="{8CD66C27-E08F-4CED-8BE0-6BE5FEE75C60}" destId="{E7C10C16-87D0-4B29-A28B-7A1E6B2BB022}" srcOrd="0" destOrd="0" presId="urn:microsoft.com/office/officeart/2018/2/layout/IconVerticalSolidList"/>
    <dgm:cxn modelId="{17AF922D-C221-4C79-BB15-9986BD76BC61}" srcId="{8CD66C27-E08F-4CED-8BE0-6BE5FEE75C60}" destId="{BDA0BD3F-5B74-4A6B-A723-607FE5C04C88}" srcOrd="0" destOrd="0" parTransId="{FAE5D364-8A89-48BA-9205-028E488DEFF8}" sibTransId="{C783BA52-2F01-407F-9DFF-7D055E4B19E3}"/>
    <dgm:cxn modelId="{D6FA1D3B-B1C6-443A-89F9-AF3F3068D4C4}" type="presOf" srcId="{FD14DDCC-6B01-4B91-9C20-B9890BD72CC7}" destId="{CB703539-8513-42BD-AC08-66817AF048B0}" srcOrd="0" destOrd="0" presId="urn:microsoft.com/office/officeart/2018/2/layout/IconVerticalSolidList"/>
    <dgm:cxn modelId="{40413E64-F31F-4205-9C99-637099D05362}" type="presOf" srcId="{BDA0BD3F-5B74-4A6B-A723-607FE5C04C88}" destId="{EC76F816-7F86-438F-814E-A0632C44ACAF}" srcOrd="0" destOrd="0" presId="urn:microsoft.com/office/officeart/2018/2/layout/IconVerticalSolidList"/>
    <dgm:cxn modelId="{203E4751-AC5B-44C0-959B-6B431B490592}" srcId="{8CD66C27-E08F-4CED-8BE0-6BE5FEE75C60}" destId="{D671E159-7719-415B-B4F9-A273321BCC24}" srcOrd="2" destOrd="0" parTransId="{5FB6098D-11A6-4153-85F1-2BA188F193C7}" sibTransId="{6BF183AE-AD91-4C4E-B2BD-57E3E7934EB3}"/>
    <dgm:cxn modelId="{E910CDAE-2905-42C3-8720-9FE129F106D2}" srcId="{8CD66C27-E08F-4CED-8BE0-6BE5FEE75C60}" destId="{FD14DDCC-6B01-4B91-9C20-B9890BD72CC7}" srcOrd="1" destOrd="0" parTransId="{A96567ED-BBBA-4B09-AC72-1CB7B90EF48C}" sibTransId="{8C2A65C5-66B1-4B6E-AA9E-C320AA1DEDC7}"/>
    <dgm:cxn modelId="{91CB82B5-4C49-4787-AFE6-48C4728321BA}" type="presOf" srcId="{D671E159-7719-415B-B4F9-A273321BCC24}" destId="{03FDD551-8731-48D9-AB06-44ED1C464956}" srcOrd="0" destOrd="0" presId="urn:microsoft.com/office/officeart/2018/2/layout/IconVerticalSolidList"/>
    <dgm:cxn modelId="{F1355B19-C082-4AB0-856A-AC95C88AE902}" type="presParOf" srcId="{E7C10C16-87D0-4B29-A28B-7A1E6B2BB022}" destId="{FD2E2E9E-3E30-4950-A4F3-8E9F9465BC54}" srcOrd="0" destOrd="0" presId="urn:microsoft.com/office/officeart/2018/2/layout/IconVerticalSolidList"/>
    <dgm:cxn modelId="{12178FEF-BB16-4B1C-91E4-D31EFBB966A9}" type="presParOf" srcId="{FD2E2E9E-3E30-4950-A4F3-8E9F9465BC54}" destId="{536EC846-E371-4E3C-BBDE-D1DE862D4B20}" srcOrd="0" destOrd="0" presId="urn:microsoft.com/office/officeart/2018/2/layout/IconVerticalSolidList"/>
    <dgm:cxn modelId="{4399FBF8-9B86-42DD-AD95-43757049AFD8}" type="presParOf" srcId="{FD2E2E9E-3E30-4950-A4F3-8E9F9465BC54}" destId="{6A292A16-CA39-400A-AF72-6A1C99DEF492}" srcOrd="1" destOrd="0" presId="urn:microsoft.com/office/officeart/2018/2/layout/IconVerticalSolidList"/>
    <dgm:cxn modelId="{663EF206-2986-45F0-A5B8-8160455AFB74}" type="presParOf" srcId="{FD2E2E9E-3E30-4950-A4F3-8E9F9465BC54}" destId="{41662AFF-96DE-46F3-A1FF-F76679792AFC}" srcOrd="2" destOrd="0" presId="urn:microsoft.com/office/officeart/2018/2/layout/IconVerticalSolidList"/>
    <dgm:cxn modelId="{3B94569D-4C53-4FD0-BC13-D4A84E8B464D}" type="presParOf" srcId="{FD2E2E9E-3E30-4950-A4F3-8E9F9465BC54}" destId="{EC76F816-7F86-438F-814E-A0632C44ACAF}" srcOrd="3" destOrd="0" presId="urn:microsoft.com/office/officeart/2018/2/layout/IconVerticalSolidList"/>
    <dgm:cxn modelId="{74BA70D9-CD3E-4D82-9407-D3A144BDCD59}" type="presParOf" srcId="{E7C10C16-87D0-4B29-A28B-7A1E6B2BB022}" destId="{51C6F0F7-C51B-49F9-A328-DE9CE94BB3DF}" srcOrd="1" destOrd="0" presId="urn:microsoft.com/office/officeart/2018/2/layout/IconVerticalSolidList"/>
    <dgm:cxn modelId="{5D953F9B-E147-4EFD-B430-F3D7DB3E3D40}" type="presParOf" srcId="{E7C10C16-87D0-4B29-A28B-7A1E6B2BB022}" destId="{C01F2B0E-233B-4419-A9A2-E585EAEB54F1}" srcOrd="2" destOrd="0" presId="urn:microsoft.com/office/officeart/2018/2/layout/IconVerticalSolidList"/>
    <dgm:cxn modelId="{215B8BE4-5A77-46C9-A706-B75366CCC77A}" type="presParOf" srcId="{C01F2B0E-233B-4419-A9A2-E585EAEB54F1}" destId="{B547532B-B626-4251-9724-902180C9A3A9}" srcOrd="0" destOrd="0" presId="urn:microsoft.com/office/officeart/2018/2/layout/IconVerticalSolidList"/>
    <dgm:cxn modelId="{3EB2B759-1205-432C-A106-88F634787684}" type="presParOf" srcId="{C01F2B0E-233B-4419-A9A2-E585EAEB54F1}" destId="{1AE17250-6A00-4DBA-AD3F-84C46D1D9C31}" srcOrd="1" destOrd="0" presId="urn:microsoft.com/office/officeart/2018/2/layout/IconVerticalSolidList"/>
    <dgm:cxn modelId="{3696467D-54C7-4CCE-A46F-FF12031E9B39}" type="presParOf" srcId="{C01F2B0E-233B-4419-A9A2-E585EAEB54F1}" destId="{4C48058E-B73B-44B3-B9B6-C72BFCB0AD0A}" srcOrd="2" destOrd="0" presId="urn:microsoft.com/office/officeart/2018/2/layout/IconVerticalSolidList"/>
    <dgm:cxn modelId="{A5DC57FC-81D3-4C82-9E68-09E828DC3714}" type="presParOf" srcId="{C01F2B0E-233B-4419-A9A2-E585EAEB54F1}" destId="{CB703539-8513-42BD-AC08-66817AF048B0}" srcOrd="3" destOrd="0" presId="urn:microsoft.com/office/officeart/2018/2/layout/IconVerticalSolidList"/>
    <dgm:cxn modelId="{C7765F09-A35D-4EDF-8F63-81BFCD0521FF}" type="presParOf" srcId="{E7C10C16-87D0-4B29-A28B-7A1E6B2BB022}" destId="{6D706D7A-DA24-4161-8DB3-EC5D49628A23}" srcOrd="3" destOrd="0" presId="urn:microsoft.com/office/officeart/2018/2/layout/IconVerticalSolidList"/>
    <dgm:cxn modelId="{4BD27F95-5AAC-457D-BFE8-AA7BA85E4CCE}" type="presParOf" srcId="{E7C10C16-87D0-4B29-A28B-7A1E6B2BB022}" destId="{E8EF3B91-5127-4FA8-944F-4F5A516A26F0}" srcOrd="4" destOrd="0" presId="urn:microsoft.com/office/officeart/2018/2/layout/IconVerticalSolidList"/>
    <dgm:cxn modelId="{DA40C659-DE72-49CB-897C-CF7F90940E52}" type="presParOf" srcId="{E8EF3B91-5127-4FA8-944F-4F5A516A26F0}" destId="{72DAA00A-4CFA-481D-AA41-269F77416BD3}" srcOrd="0" destOrd="0" presId="urn:microsoft.com/office/officeart/2018/2/layout/IconVerticalSolidList"/>
    <dgm:cxn modelId="{2E731F23-5AC4-4A0E-AE2B-D073157C3EA5}" type="presParOf" srcId="{E8EF3B91-5127-4FA8-944F-4F5A516A26F0}" destId="{DEA7CE63-B2B4-4641-A175-855D93CE9891}" srcOrd="1" destOrd="0" presId="urn:microsoft.com/office/officeart/2018/2/layout/IconVerticalSolidList"/>
    <dgm:cxn modelId="{23EDB291-2D25-4779-A4AB-B2410C8CDC9B}" type="presParOf" srcId="{E8EF3B91-5127-4FA8-944F-4F5A516A26F0}" destId="{234157D4-2BB0-4E26-8E44-1488D17C5D4D}" srcOrd="2" destOrd="0" presId="urn:microsoft.com/office/officeart/2018/2/layout/IconVerticalSolidList"/>
    <dgm:cxn modelId="{74E7442E-2FD7-43B0-BABA-B71C8BA8D909}" type="presParOf" srcId="{E8EF3B91-5127-4FA8-944F-4F5A516A26F0}" destId="{03FDD551-8731-48D9-AB06-44ED1C46495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0783E71-6F27-44E2-AC5B-C44C11D11F3F}">
      <dsp:nvSpPr>
        <dsp:cNvPr id="0" name=""/>
        <dsp:cNvSpPr/>
      </dsp:nvSpPr>
      <dsp:spPr>
        <a:xfrm>
          <a:off x="0" y="2401"/>
          <a:ext cx="6949440" cy="12172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C5B8A78-09A4-4EF8-889E-01EE053C1BA9}">
      <dsp:nvSpPr>
        <dsp:cNvPr id="0" name=""/>
        <dsp:cNvSpPr/>
      </dsp:nvSpPr>
      <dsp:spPr>
        <a:xfrm>
          <a:off x="368211" y="276278"/>
          <a:ext cx="669475" cy="66947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CE028C-D305-4C57-BF71-8C9EC7814C4D}">
      <dsp:nvSpPr>
        <dsp:cNvPr id="0" name=""/>
        <dsp:cNvSpPr/>
      </dsp:nvSpPr>
      <dsp:spPr>
        <a:xfrm>
          <a:off x="1405898" y="2401"/>
          <a:ext cx="5543541" cy="12172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823" tIns="128823" rIns="128823" bIns="128823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000" b="1" kern="1200"/>
            <a:t>Alternativas textuais:</a:t>
          </a:r>
          <a:r>
            <a:rPr lang="pt-BR" sz="2000" kern="1200"/>
            <a:t> Fornecer texto alternativo para conteúdo não textual.</a:t>
          </a:r>
          <a:endParaRPr lang="en-US" sz="2000" kern="1200"/>
        </a:p>
      </dsp:txBody>
      <dsp:txXfrm>
        <a:off x="1405898" y="2401"/>
        <a:ext cx="5543541" cy="1217228"/>
      </dsp:txXfrm>
    </dsp:sp>
    <dsp:sp modelId="{7DF8C299-555C-471C-87F6-FC20E427D7D2}">
      <dsp:nvSpPr>
        <dsp:cNvPr id="0" name=""/>
        <dsp:cNvSpPr/>
      </dsp:nvSpPr>
      <dsp:spPr>
        <a:xfrm>
          <a:off x="0" y="1523937"/>
          <a:ext cx="6949440" cy="12172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0520B66-F948-470A-92E4-58EDE6951AB4}">
      <dsp:nvSpPr>
        <dsp:cNvPr id="0" name=""/>
        <dsp:cNvSpPr/>
      </dsp:nvSpPr>
      <dsp:spPr>
        <a:xfrm>
          <a:off x="368211" y="1797813"/>
          <a:ext cx="669475" cy="66947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04E5B8-11AB-4475-82E7-CC012C446907}">
      <dsp:nvSpPr>
        <dsp:cNvPr id="0" name=""/>
        <dsp:cNvSpPr/>
      </dsp:nvSpPr>
      <dsp:spPr>
        <a:xfrm>
          <a:off x="1405898" y="1523937"/>
          <a:ext cx="5543541" cy="12172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823" tIns="128823" rIns="128823" bIns="128823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000" b="1" kern="1200"/>
            <a:t>Mídia temporal:</a:t>
          </a:r>
          <a:r>
            <a:rPr lang="pt-BR" sz="2000" kern="1200"/>
            <a:t> Oferecer legendas e audiodescrição para conteúdo multimídia</a:t>
          </a:r>
          <a:endParaRPr lang="en-US" sz="2000" kern="1200"/>
        </a:p>
      </dsp:txBody>
      <dsp:txXfrm>
        <a:off x="1405898" y="1523937"/>
        <a:ext cx="5543541" cy="1217228"/>
      </dsp:txXfrm>
    </dsp:sp>
    <dsp:sp modelId="{7CA577E4-D4BD-4983-AA70-AF69D6BA1542}">
      <dsp:nvSpPr>
        <dsp:cNvPr id="0" name=""/>
        <dsp:cNvSpPr/>
      </dsp:nvSpPr>
      <dsp:spPr>
        <a:xfrm>
          <a:off x="0" y="3045472"/>
          <a:ext cx="6949440" cy="12172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89ED1E2-EAB0-4470-B261-0018A99F2A0F}">
      <dsp:nvSpPr>
        <dsp:cNvPr id="0" name=""/>
        <dsp:cNvSpPr/>
      </dsp:nvSpPr>
      <dsp:spPr>
        <a:xfrm>
          <a:off x="368211" y="3319348"/>
          <a:ext cx="669475" cy="66947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72C26E-522A-4216-87B1-319E25BB4A82}">
      <dsp:nvSpPr>
        <dsp:cNvPr id="0" name=""/>
        <dsp:cNvSpPr/>
      </dsp:nvSpPr>
      <dsp:spPr>
        <a:xfrm>
          <a:off x="1405898" y="3045472"/>
          <a:ext cx="5543541" cy="12172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823" tIns="128823" rIns="128823" bIns="128823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000" b="1" kern="1200"/>
            <a:t>Adaptabilidade:</a:t>
          </a:r>
          <a:r>
            <a:rPr lang="pt-BR" sz="2000" kern="1200"/>
            <a:t> Criar conteúdo que possa ser apresentado de diferentes formas sem perder informação</a:t>
          </a:r>
          <a:endParaRPr lang="en-US" sz="2000" kern="1200"/>
        </a:p>
      </dsp:txBody>
      <dsp:txXfrm>
        <a:off x="1405898" y="3045472"/>
        <a:ext cx="5543541" cy="1217228"/>
      </dsp:txXfrm>
    </dsp:sp>
    <dsp:sp modelId="{DE35FD31-D496-4347-9EC7-4D41B1ED307D}">
      <dsp:nvSpPr>
        <dsp:cNvPr id="0" name=""/>
        <dsp:cNvSpPr/>
      </dsp:nvSpPr>
      <dsp:spPr>
        <a:xfrm>
          <a:off x="0" y="4567007"/>
          <a:ext cx="6949440" cy="12172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086B402-0CF5-42F3-A100-C7F94D81F5A4}">
      <dsp:nvSpPr>
        <dsp:cNvPr id="0" name=""/>
        <dsp:cNvSpPr/>
      </dsp:nvSpPr>
      <dsp:spPr>
        <a:xfrm>
          <a:off x="368211" y="4840884"/>
          <a:ext cx="669475" cy="66947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3F5CBC-AE30-4A92-871F-65A8F31BFB8C}">
      <dsp:nvSpPr>
        <dsp:cNvPr id="0" name=""/>
        <dsp:cNvSpPr/>
      </dsp:nvSpPr>
      <dsp:spPr>
        <a:xfrm>
          <a:off x="1405898" y="4567007"/>
          <a:ext cx="5543541" cy="12172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823" tIns="128823" rIns="128823" bIns="128823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000" b="1" kern="1200"/>
            <a:t>Distinguibilidade:</a:t>
          </a:r>
          <a:r>
            <a:rPr lang="pt-BR" sz="2000" kern="1200"/>
            <a:t> Facilitar a visualização e audição do conteúdo, incluindo contraste adequado</a:t>
          </a:r>
          <a:endParaRPr lang="en-US" sz="2000" kern="1200"/>
        </a:p>
      </dsp:txBody>
      <dsp:txXfrm>
        <a:off x="1405898" y="4567007"/>
        <a:ext cx="5543541" cy="121722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8EFBF0-8075-4DD0-9131-66A2813018A3}">
      <dsp:nvSpPr>
        <dsp:cNvPr id="0" name=""/>
        <dsp:cNvSpPr/>
      </dsp:nvSpPr>
      <dsp:spPr>
        <a:xfrm>
          <a:off x="0" y="2401"/>
          <a:ext cx="6949440" cy="12172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3EB0166-5FB0-49FE-89FB-F28C3B788BB8}">
      <dsp:nvSpPr>
        <dsp:cNvPr id="0" name=""/>
        <dsp:cNvSpPr/>
      </dsp:nvSpPr>
      <dsp:spPr>
        <a:xfrm>
          <a:off x="368211" y="276278"/>
          <a:ext cx="669475" cy="66947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C3D0E6-D99D-44BD-B361-D2FC13C33E71}">
      <dsp:nvSpPr>
        <dsp:cNvPr id="0" name=""/>
        <dsp:cNvSpPr/>
      </dsp:nvSpPr>
      <dsp:spPr>
        <a:xfrm>
          <a:off x="1405898" y="2401"/>
          <a:ext cx="5543541" cy="12172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823" tIns="128823" rIns="128823" bIns="12882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200" b="1" kern="1200"/>
            <a:t>Acessível por teclado:</a:t>
          </a:r>
          <a:r>
            <a:rPr lang="pt-BR" sz="2200" kern="1200"/>
            <a:t> Todas as funcionalidades devem estar disponíveis via teclado</a:t>
          </a:r>
          <a:endParaRPr lang="en-US" sz="2200" kern="1200"/>
        </a:p>
      </dsp:txBody>
      <dsp:txXfrm>
        <a:off x="1405898" y="2401"/>
        <a:ext cx="5543541" cy="1217228"/>
      </dsp:txXfrm>
    </dsp:sp>
    <dsp:sp modelId="{66326837-A3B4-483C-A035-F6100A4AC24D}">
      <dsp:nvSpPr>
        <dsp:cNvPr id="0" name=""/>
        <dsp:cNvSpPr/>
      </dsp:nvSpPr>
      <dsp:spPr>
        <a:xfrm>
          <a:off x="0" y="1523937"/>
          <a:ext cx="6949440" cy="12172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6C747D6-BBDC-4B0F-8B04-6CC6B99F3990}">
      <dsp:nvSpPr>
        <dsp:cNvPr id="0" name=""/>
        <dsp:cNvSpPr/>
      </dsp:nvSpPr>
      <dsp:spPr>
        <a:xfrm>
          <a:off x="368211" y="1797813"/>
          <a:ext cx="669475" cy="66947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D3F62E-4DE2-4745-BE20-A6A250473BA7}">
      <dsp:nvSpPr>
        <dsp:cNvPr id="0" name=""/>
        <dsp:cNvSpPr/>
      </dsp:nvSpPr>
      <dsp:spPr>
        <a:xfrm>
          <a:off x="1405898" y="1523937"/>
          <a:ext cx="5543541" cy="12172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823" tIns="128823" rIns="128823" bIns="12882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200" b="1" kern="1200"/>
            <a:t>Tempo suficiente:</a:t>
          </a:r>
          <a:r>
            <a:rPr lang="pt-BR" sz="2200" kern="1200"/>
            <a:t> Dar aos usuários tempo adequado para ler e usar o conteúdo</a:t>
          </a:r>
          <a:endParaRPr lang="en-US" sz="2200" kern="1200"/>
        </a:p>
      </dsp:txBody>
      <dsp:txXfrm>
        <a:off x="1405898" y="1523937"/>
        <a:ext cx="5543541" cy="1217228"/>
      </dsp:txXfrm>
    </dsp:sp>
    <dsp:sp modelId="{9B2DA833-D418-45D3-9FAC-751B23AFB81C}">
      <dsp:nvSpPr>
        <dsp:cNvPr id="0" name=""/>
        <dsp:cNvSpPr/>
      </dsp:nvSpPr>
      <dsp:spPr>
        <a:xfrm>
          <a:off x="0" y="3045472"/>
          <a:ext cx="6949440" cy="12172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0C4E5CC-98D4-41E5-8EC0-3F47F18B2CCC}">
      <dsp:nvSpPr>
        <dsp:cNvPr id="0" name=""/>
        <dsp:cNvSpPr/>
      </dsp:nvSpPr>
      <dsp:spPr>
        <a:xfrm>
          <a:off x="368211" y="3319348"/>
          <a:ext cx="669475" cy="66947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7EB085-D05F-4FAB-B01B-E60B6CB27AD1}">
      <dsp:nvSpPr>
        <dsp:cNvPr id="0" name=""/>
        <dsp:cNvSpPr/>
      </dsp:nvSpPr>
      <dsp:spPr>
        <a:xfrm>
          <a:off x="1405898" y="3045472"/>
          <a:ext cx="5543541" cy="12172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823" tIns="128823" rIns="128823" bIns="12882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200" b="1" kern="1200"/>
            <a:t>Convulsões:</a:t>
          </a:r>
          <a:r>
            <a:rPr lang="pt-BR" sz="2200" kern="1200"/>
            <a:t> Não criar conteúdo que possa causar convulsões (evitar flashes)</a:t>
          </a:r>
          <a:endParaRPr lang="en-US" sz="2200" kern="1200"/>
        </a:p>
      </dsp:txBody>
      <dsp:txXfrm>
        <a:off x="1405898" y="3045472"/>
        <a:ext cx="5543541" cy="1217228"/>
      </dsp:txXfrm>
    </dsp:sp>
    <dsp:sp modelId="{EC3BDC0F-4A53-4721-AAB6-F4FB1C7BE73F}">
      <dsp:nvSpPr>
        <dsp:cNvPr id="0" name=""/>
        <dsp:cNvSpPr/>
      </dsp:nvSpPr>
      <dsp:spPr>
        <a:xfrm>
          <a:off x="0" y="4567007"/>
          <a:ext cx="6949440" cy="12172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C44FDFA-30E8-4C4C-B69D-60B944B501B0}">
      <dsp:nvSpPr>
        <dsp:cNvPr id="0" name=""/>
        <dsp:cNvSpPr/>
      </dsp:nvSpPr>
      <dsp:spPr>
        <a:xfrm>
          <a:off x="368211" y="4840884"/>
          <a:ext cx="669475" cy="66947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4A7BC0-C0C8-4E08-B4B8-EB91F258D767}">
      <dsp:nvSpPr>
        <dsp:cNvPr id="0" name=""/>
        <dsp:cNvSpPr/>
      </dsp:nvSpPr>
      <dsp:spPr>
        <a:xfrm>
          <a:off x="1405898" y="4567007"/>
          <a:ext cx="5543541" cy="12172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823" tIns="128823" rIns="128823" bIns="12882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200" b="1" kern="1200"/>
            <a:t>Navegação:</a:t>
          </a:r>
          <a:r>
            <a:rPr lang="pt-BR" sz="2200" kern="1200"/>
            <a:t> Fornecer formas de ajudar os usuários a navegar e encontrar conteúdo</a:t>
          </a:r>
          <a:endParaRPr lang="en-US" sz="2200" kern="1200"/>
        </a:p>
      </dsp:txBody>
      <dsp:txXfrm>
        <a:off x="1405898" y="4567007"/>
        <a:ext cx="5543541" cy="121722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AAEF0B-956D-416B-B5FC-F9D57637638C}">
      <dsp:nvSpPr>
        <dsp:cNvPr id="0" name=""/>
        <dsp:cNvSpPr/>
      </dsp:nvSpPr>
      <dsp:spPr>
        <a:xfrm>
          <a:off x="0" y="706"/>
          <a:ext cx="6949440" cy="165292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4CE36DF-6243-40DD-B000-F95E619B5BBC}">
      <dsp:nvSpPr>
        <dsp:cNvPr id="0" name=""/>
        <dsp:cNvSpPr/>
      </dsp:nvSpPr>
      <dsp:spPr>
        <a:xfrm>
          <a:off x="500008" y="372613"/>
          <a:ext cx="909106" cy="90910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B3B20D-149A-4DEC-AD5D-D6A54D8B6A12}">
      <dsp:nvSpPr>
        <dsp:cNvPr id="0" name=""/>
        <dsp:cNvSpPr/>
      </dsp:nvSpPr>
      <dsp:spPr>
        <a:xfrm>
          <a:off x="1909124" y="706"/>
          <a:ext cx="5040315" cy="16529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4934" tIns="174934" rIns="174934" bIns="174934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500" b="1" kern="1200" dirty="0"/>
            <a:t>Legibilidade:</a:t>
          </a:r>
          <a:r>
            <a:rPr lang="pt-BR" sz="2500" kern="1200" dirty="0"/>
            <a:t> Tornar o conteúdo textual legível e compreensível</a:t>
          </a:r>
          <a:endParaRPr lang="en-US" sz="2500" kern="1200" dirty="0"/>
        </a:p>
      </dsp:txBody>
      <dsp:txXfrm>
        <a:off x="1909124" y="706"/>
        <a:ext cx="5040315" cy="1652921"/>
      </dsp:txXfrm>
    </dsp:sp>
    <dsp:sp modelId="{4BE15ED2-9CC7-4791-90B6-933B96BA9DC1}">
      <dsp:nvSpPr>
        <dsp:cNvPr id="0" name=""/>
        <dsp:cNvSpPr/>
      </dsp:nvSpPr>
      <dsp:spPr>
        <a:xfrm>
          <a:off x="0" y="2066858"/>
          <a:ext cx="6949440" cy="165292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5A6B6F-8D9F-4708-959C-3A3F9DF86599}">
      <dsp:nvSpPr>
        <dsp:cNvPr id="0" name=""/>
        <dsp:cNvSpPr/>
      </dsp:nvSpPr>
      <dsp:spPr>
        <a:xfrm>
          <a:off x="500008" y="2438765"/>
          <a:ext cx="909106" cy="90910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221179-5CD6-4184-A508-B8AD7F5E4EAE}">
      <dsp:nvSpPr>
        <dsp:cNvPr id="0" name=""/>
        <dsp:cNvSpPr/>
      </dsp:nvSpPr>
      <dsp:spPr>
        <a:xfrm>
          <a:off x="1909124" y="2066858"/>
          <a:ext cx="5040315" cy="16529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4934" tIns="174934" rIns="174934" bIns="174934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500" b="1" kern="1200" dirty="0"/>
            <a:t>Previsibilidade:</a:t>
          </a:r>
          <a:r>
            <a:rPr lang="pt-BR" sz="2500" kern="1200" dirty="0"/>
            <a:t> Fazer com que as páginas funcionem de forma previsível</a:t>
          </a:r>
          <a:endParaRPr lang="en-US" sz="2500" kern="1200" dirty="0"/>
        </a:p>
      </dsp:txBody>
      <dsp:txXfrm>
        <a:off x="1909124" y="2066858"/>
        <a:ext cx="5040315" cy="1652921"/>
      </dsp:txXfrm>
    </dsp:sp>
    <dsp:sp modelId="{139E144D-34C4-49B5-8EFE-760F1523E2CE}">
      <dsp:nvSpPr>
        <dsp:cNvPr id="0" name=""/>
        <dsp:cNvSpPr/>
      </dsp:nvSpPr>
      <dsp:spPr>
        <a:xfrm>
          <a:off x="0" y="4133010"/>
          <a:ext cx="6949440" cy="165292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105A559-4522-4EB0-8C07-BD27212A4D2D}">
      <dsp:nvSpPr>
        <dsp:cNvPr id="0" name=""/>
        <dsp:cNvSpPr/>
      </dsp:nvSpPr>
      <dsp:spPr>
        <a:xfrm>
          <a:off x="500008" y="4504917"/>
          <a:ext cx="909106" cy="90910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A131E4-6366-48B2-8B91-98C19083D0EC}">
      <dsp:nvSpPr>
        <dsp:cNvPr id="0" name=""/>
        <dsp:cNvSpPr/>
      </dsp:nvSpPr>
      <dsp:spPr>
        <a:xfrm>
          <a:off x="1909124" y="4133010"/>
          <a:ext cx="5040315" cy="16529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4934" tIns="174934" rIns="174934" bIns="174934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500" b="1" kern="1200" dirty="0"/>
            <a:t>Assistência na entrada:</a:t>
          </a:r>
          <a:r>
            <a:rPr lang="pt-BR" sz="2500" kern="1200" dirty="0"/>
            <a:t> Ajudar os usuários a evitar e corrigir erros</a:t>
          </a:r>
          <a:endParaRPr lang="en-US" sz="2500" kern="1200" dirty="0"/>
        </a:p>
      </dsp:txBody>
      <dsp:txXfrm>
        <a:off x="1909124" y="4133010"/>
        <a:ext cx="5040315" cy="165292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AAEF0B-956D-416B-B5FC-F9D57637638C}">
      <dsp:nvSpPr>
        <dsp:cNvPr id="0" name=""/>
        <dsp:cNvSpPr/>
      </dsp:nvSpPr>
      <dsp:spPr>
        <a:xfrm>
          <a:off x="0" y="706"/>
          <a:ext cx="6949440" cy="165292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4CE36DF-6243-40DD-B000-F95E619B5BBC}">
      <dsp:nvSpPr>
        <dsp:cNvPr id="0" name=""/>
        <dsp:cNvSpPr/>
      </dsp:nvSpPr>
      <dsp:spPr>
        <a:xfrm>
          <a:off x="500008" y="372613"/>
          <a:ext cx="909106" cy="90910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B3B20D-149A-4DEC-AD5D-D6A54D8B6A12}">
      <dsp:nvSpPr>
        <dsp:cNvPr id="0" name=""/>
        <dsp:cNvSpPr/>
      </dsp:nvSpPr>
      <dsp:spPr>
        <a:xfrm>
          <a:off x="1909124" y="706"/>
          <a:ext cx="5040315" cy="16529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4934" tIns="174934" rIns="174934" bIns="174934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300" b="1" kern="1200"/>
            <a:t>Compatibilidade:</a:t>
          </a:r>
          <a:r>
            <a:rPr lang="pt-BR" sz="2300" kern="1200"/>
            <a:t> Maximizar a compatibilidade com ferramentas atuais e futuras</a:t>
          </a:r>
          <a:endParaRPr lang="en-US" sz="2300" kern="1200"/>
        </a:p>
      </dsp:txBody>
      <dsp:txXfrm>
        <a:off x="1909124" y="706"/>
        <a:ext cx="5040315" cy="1652921"/>
      </dsp:txXfrm>
    </dsp:sp>
    <dsp:sp modelId="{4BE15ED2-9CC7-4791-90B6-933B96BA9DC1}">
      <dsp:nvSpPr>
        <dsp:cNvPr id="0" name=""/>
        <dsp:cNvSpPr/>
      </dsp:nvSpPr>
      <dsp:spPr>
        <a:xfrm>
          <a:off x="0" y="2066858"/>
          <a:ext cx="6949440" cy="165292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5A6B6F-8D9F-4708-959C-3A3F9DF86599}">
      <dsp:nvSpPr>
        <dsp:cNvPr id="0" name=""/>
        <dsp:cNvSpPr/>
      </dsp:nvSpPr>
      <dsp:spPr>
        <a:xfrm>
          <a:off x="500008" y="2438765"/>
          <a:ext cx="909106" cy="90910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221179-5CD6-4184-A508-B8AD7F5E4EAE}">
      <dsp:nvSpPr>
        <dsp:cNvPr id="0" name=""/>
        <dsp:cNvSpPr/>
      </dsp:nvSpPr>
      <dsp:spPr>
        <a:xfrm>
          <a:off x="1909124" y="2066858"/>
          <a:ext cx="5040315" cy="16529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4934" tIns="174934" rIns="174934" bIns="174934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300" b="1" kern="1200"/>
            <a:t>Código limpo:</a:t>
          </a:r>
          <a:r>
            <a:rPr lang="pt-BR" sz="2300" kern="1200"/>
            <a:t> Usar marcação semântica e válida</a:t>
          </a:r>
          <a:endParaRPr lang="en-US" sz="2300" kern="1200"/>
        </a:p>
      </dsp:txBody>
      <dsp:txXfrm>
        <a:off x="1909124" y="2066858"/>
        <a:ext cx="5040315" cy="1652921"/>
      </dsp:txXfrm>
    </dsp:sp>
    <dsp:sp modelId="{139E144D-34C4-49B5-8EFE-760F1523E2CE}">
      <dsp:nvSpPr>
        <dsp:cNvPr id="0" name=""/>
        <dsp:cNvSpPr/>
      </dsp:nvSpPr>
      <dsp:spPr>
        <a:xfrm>
          <a:off x="0" y="4133010"/>
          <a:ext cx="6949440" cy="165292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105A559-4522-4EB0-8C07-BD27212A4D2D}">
      <dsp:nvSpPr>
        <dsp:cNvPr id="0" name=""/>
        <dsp:cNvSpPr/>
      </dsp:nvSpPr>
      <dsp:spPr>
        <a:xfrm>
          <a:off x="500008" y="4504917"/>
          <a:ext cx="909106" cy="90910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A131E4-6366-48B2-8B91-98C19083D0EC}">
      <dsp:nvSpPr>
        <dsp:cNvPr id="0" name=""/>
        <dsp:cNvSpPr/>
      </dsp:nvSpPr>
      <dsp:spPr>
        <a:xfrm>
          <a:off x="1909124" y="4133010"/>
          <a:ext cx="5040315" cy="16529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4934" tIns="174934" rIns="174934" bIns="174934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300" b="1" kern="1200"/>
            <a:t>Tecnologias assistivas:</a:t>
          </a:r>
          <a:r>
            <a:rPr lang="pt-BR" sz="2300" kern="1200"/>
            <a:t> Garantir que o conteúdo funcione adequadamente com leitores de tela e outras ferramentas</a:t>
          </a:r>
          <a:endParaRPr lang="en-US" sz="2300" kern="1200"/>
        </a:p>
      </dsp:txBody>
      <dsp:txXfrm>
        <a:off x="1909124" y="4133010"/>
        <a:ext cx="5040315" cy="165292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36EC846-E371-4E3C-BBDE-D1DE862D4B20}">
      <dsp:nvSpPr>
        <dsp:cNvPr id="0" name=""/>
        <dsp:cNvSpPr/>
      </dsp:nvSpPr>
      <dsp:spPr>
        <a:xfrm>
          <a:off x="0" y="706"/>
          <a:ext cx="6949440" cy="165292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A292A16-CA39-400A-AF72-6A1C99DEF492}">
      <dsp:nvSpPr>
        <dsp:cNvPr id="0" name=""/>
        <dsp:cNvSpPr/>
      </dsp:nvSpPr>
      <dsp:spPr>
        <a:xfrm>
          <a:off x="500008" y="372613"/>
          <a:ext cx="909106" cy="90910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76F816-7F86-438F-814E-A0632C44ACAF}">
      <dsp:nvSpPr>
        <dsp:cNvPr id="0" name=""/>
        <dsp:cNvSpPr/>
      </dsp:nvSpPr>
      <dsp:spPr>
        <a:xfrm>
          <a:off x="1909124" y="706"/>
          <a:ext cx="5040315" cy="16529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4934" tIns="174934" rIns="174934" bIns="174934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100" b="1" kern="1200"/>
            <a:t>Nível A (Mínimo): </a:t>
          </a:r>
          <a:r>
            <a:rPr lang="pt-BR" sz="2100" kern="1200"/>
            <a:t>Requisitos básicos de acessibilidade.</a:t>
          </a:r>
          <a:endParaRPr lang="en-US" sz="2100" kern="1200"/>
        </a:p>
      </dsp:txBody>
      <dsp:txXfrm>
        <a:off x="1909124" y="706"/>
        <a:ext cx="5040315" cy="1652921"/>
      </dsp:txXfrm>
    </dsp:sp>
    <dsp:sp modelId="{B547532B-B626-4251-9724-902180C9A3A9}">
      <dsp:nvSpPr>
        <dsp:cNvPr id="0" name=""/>
        <dsp:cNvSpPr/>
      </dsp:nvSpPr>
      <dsp:spPr>
        <a:xfrm>
          <a:off x="0" y="2066858"/>
          <a:ext cx="6949440" cy="165292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AE17250-6A00-4DBA-AD3F-84C46D1D9C31}">
      <dsp:nvSpPr>
        <dsp:cNvPr id="0" name=""/>
        <dsp:cNvSpPr/>
      </dsp:nvSpPr>
      <dsp:spPr>
        <a:xfrm>
          <a:off x="500008" y="2438765"/>
          <a:ext cx="909106" cy="90910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703539-8513-42BD-AC08-66817AF048B0}">
      <dsp:nvSpPr>
        <dsp:cNvPr id="0" name=""/>
        <dsp:cNvSpPr/>
      </dsp:nvSpPr>
      <dsp:spPr>
        <a:xfrm>
          <a:off x="1909124" y="2066858"/>
          <a:ext cx="5040315" cy="16529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4934" tIns="174934" rIns="174934" bIns="174934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100" b="1" kern="1200"/>
            <a:t>Nível AA (Intermediário): </a:t>
          </a:r>
          <a:r>
            <a:rPr lang="pt-BR" sz="2100" kern="1200"/>
            <a:t>O nível mais comumente adotado por organizações e exigido por leis de acessibilidade. </a:t>
          </a:r>
          <a:endParaRPr lang="en-US" sz="2100" kern="1200"/>
        </a:p>
      </dsp:txBody>
      <dsp:txXfrm>
        <a:off x="1909124" y="2066858"/>
        <a:ext cx="5040315" cy="1652921"/>
      </dsp:txXfrm>
    </dsp:sp>
    <dsp:sp modelId="{72DAA00A-4CFA-481D-AA41-269F77416BD3}">
      <dsp:nvSpPr>
        <dsp:cNvPr id="0" name=""/>
        <dsp:cNvSpPr/>
      </dsp:nvSpPr>
      <dsp:spPr>
        <a:xfrm>
          <a:off x="0" y="4133010"/>
          <a:ext cx="6949440" cy="165292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EA7CE63-B2B4-4641-A175-855D93CE9891}">
      <dsp:nvSpPr>
        <dsp:cNvPr id="0" name=""/>
        <dsp:cNvSpPr/>
      </dsp:nvSpPr>
      <dsp:spPr>
        <a:xfrm>
          <a:off x="500008" y="4504917"/>
          <a:ext cx="909106" cy="90910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FDD551-8731-48D9-AB06-44ED1C464956}">
      <dsp:nvSpPr>
        <dsp:cNvPr id="0" name=""/>
        <dsp:cNvSpPr/>
      </dsp:nvSpPr>
      <dsp:spPr>
        <a:xfrm>
          <a:off x="1909124" y="4133010"/>
          <a:ext cx="5040315" cy="16529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4934" tIns="174934" rIns="174934" bIns="174934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100" b="1" kern="1200"/>
            <a:t>Nível AAA (Avançado): </a:t>
          </a:r>
          <a:r>
            <a:rPr lang="pt-BR" sz="2100" kern="1200"/>
            <a:t>O nível AAA é o nível mais alto de conformidade com as WCAG, incluindo todos os critérios de sucesso. </a:t>
          </a:r>
          <a:endParaRPr lang="en-US" sz="2100" kern="1200"/>
        </a:p>
      </dsp:txBody>
      <dsp:txXfrm>
        <a:off x="1909124" y="4133010"/>
        <a:ext cx="5040315" cy="165292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CB4424-7D44-42AA-BD6B-E5092ADB8767}" type="datetimeFigureOut">
              <a:rPr lang="pt-BR" smtClean="0"/>
              <a:t>19/02/2026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26EFB7-3DE2-4580-9D25-56CA5383BF8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937193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https://www.nngroup.com/articles/ten-usability-heuristics/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26EFB7-3DE2-4580-9D25-56CA5383BF86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6939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A informação e os componentes da interface do usuário devem ser apresentados de forma que possam ser percebidos pelos usuários.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26EFB7-3DE2-4580-9D25-56CA5383BF86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77696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26EFB7-3DE2-4580-9D25-56CA5383BF86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125932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26EFB7-3DE2-4580-9D25-56CA5383BF86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308969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https://www.w3.org/TR/WCAG21/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26EFB7-3DE2-4580-9D25-56CA5383BF86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379044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006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9407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655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4092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2/19/2026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2058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2/19/2026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057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2/19/2026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55805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2584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686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0737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4176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154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7A875D55-4A80-43E9-38F6-27E3664939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 descr="Pessoa escrevendo em um bloco de notas">
            <a:extLst>
              <a:ext uri="{FF2B5EF4-FFF2-40B4-BE49-F238E27FC236}">
                <a16:creationId xmlns:a16="http://schemas.microsoft.com/office/drawing/2014/main" id="{0DB44B9A-063C-B709-1C0A-F7B8B5CFD31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t="15854" b="13168"/>
          <a:stretch>
            <a:fillRect/>
          </a:stretch>
        </p:blipFill>
        <p:spPr>
          <a:xfrm>
            <a:off x="1" y="1"/>
            <a:ext cx="12192000" cy="6857999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6CF11910-6148-5D81-F64C-08A9E04F16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482602"/>
            <a:ext cx="7588155" cy="2236264"/>
          </a:xfrm>
        </p:spPr>
        <p:txBody>
          <a:bodyPr>
            <a:normAutofit/>
          </a:bodyPr>
          <a:lstStyle/>
          <a:p>
            <a:r>
              <a:rPr lang="pt-BR" sz="5400" b="1">
                <a:solidFill>
                  <a:srgbClr val="FFFFFF"/>
                </a:solidFill>
                <a:ea typeface="+mj-lt"/>
                <a:cs typeface="+mj-lt"/>
              </a:rPr>
              <a:t>Usabilidade, desenvolvimento web</a:t>
            </a:r>
            <a:endParaRPr lang="pt-BR" sz="5400">
              <a:solidFill>
                <a:srgbClr val="FFFFFF"/>
              </a:solidFill>
              <a:ea typeface="+mj-lt"/>
              <a:cs typeface="+mj-lt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A932EDA-1BB6-2A3A-C093-007E9EAA7B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793937"/>
            <a:ext cx="7588155" cy="1414091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pt-BR" sz="2400" dirty="0"/>
              <a:t>10 Heurísticas de Usabilidade de Nielsen</a:t>
            </a:r>
          </a:p>
          <a:p>
            <a:r>
              <a:rPr lang="pt-BR" sz="2400" dirty="0"/>
              <a:t>Como aplicar heurísticas na avaliação de interfaces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80E5E07-7684-770A-BEF8-8D422BECCCB4}"/>
              </a:ext>
            </a:extLst>
          </p:cNvPr>
          <p:cNvSpPr txBox="1"/>
          <p:nvPr/>
        </p:nvSpPr>
        <p:spPr>
          <a:xfrm>
            <a:off x="7285220" y="5848348"/>
            <a:ext cx="42033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Professor Me Danilo de Souza Miguel</a:t>
            </a:r>
          </a:p>
        </p:txBody>
      </p:sp>
    </p:spTree>
    <p:extLst>
      <p:ext uri="{BB962C8B-B14F-4D97-AF65-F5344CB8AC3E}">
        <p14:creationId xmlns:p14="http://schemas.microsoft.com/office/powerpoint/2010/main" val="8167832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9B65F7F7-2FCE-8F01-53DE-15C39342BE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701FB9A-C4A7-2575-5F0B-DE1615D7D7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1821" y="501346"/>
            <a:ext cx="8728364" cy="323114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ctr"/>
            <a:r>
              <a:rPr lang="en-US" sz="2400" dirty="0"/>
              <a:t>1: </a:t>
            </a:r>
            <a:r>
              <a:rPr lang="en-US" sz="2400" dirty="0" err="1"/>
              <a:t>Visibilidade</a:t>
            </a:r>
            <a:r>
              <a:rPr lang="en-US" sz="2400" dirty="0"/>
              <a:t> do </a:t>
            </a:r>
            <a:r>
              <a:rPr lang="en-US" sz="2400" dirty="0" err="1"/>
              <a:t>estado</a:t>
            </a:r>
            <a:r>
              <a:rPr lang="en-US" sz="2400" dirty="0"/>
              <a:t> do </a:t>
            </a:r>
            <a:r>
              <a:rPr lang="en-US" sz="2400" dirty="0" err="1"/>
              <a:t>sistema</a:t>
            </a:r>
            <a:endParaRPr lang="en-US" sz="2400" dirty="0"/>
          </a:p>
        </p:txBody>
      </p:sp>
      <p:pic>
        <p:nvPicPr>
          <p:cNvPr id="10" name="Espaço Reservado para Conteúdo 9" descr="Diagrama&#10;&#10;O conteúdo gerado por IA pode estar incorreto.">
            <a:extLst>
              <a:ext uri="{FF2B5EF4-FFF2-40B4-BE49-F238E27FC236}">
                <a16:creationId xmlns:a16="http://schemas.microsoft.com/office/drawing/2014/main" id="{76D97DB7-9C32-0343-197B-111E0A64A8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8170" y="1139252"/>
            <a:ext cx="7120328" cy="5546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12247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9B65F7F7-2FCE-8F01-53DE-15C39342BE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9860CD9-FF2D-B9EA-E4A0-076CD9A68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1818" y="749777"/>
            <a:ext cx="8728364" cy="689279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ctr"/>
            <a:r>
              <a:rPr lang="en-US" sz="2800" dirty="0"/>
              <a:t>2: </a:t>
            </a:r>
            <a:r>
              <a:rPr lang="en-US" sz="2400" dirty="0" err="1"/>
              <a:t>Correspondência</a:t>
            </a:r>
            <a:r>
              <a:rPr lang="en-US" sz="2800" dirty="0"/>
              <a:t> entre o </a:t>
            </a:r>
            <a:r>
              <a:rPr lang="en-US" sz="2800" dirty="0" err="1"/>
              <a:t>sistema</a:t>
            </a:r>
            <a:r>
              <a:rPr lang="en-US" sz="2800" dirty="0"/>
              <a:t> e o </a:t>
            </a:r>
            <a:r>
              <a:rPr lang="en-US" sz="2800" dirty="0" err="1"/>
              <a:t>mundo</a:t>
            </a:r>
            <a:r>
              <a:rPr lang="en-US" sz="2800" dirty="0"/>
              <a:t> real</a:t>
            </a:r>
            <a:br>
              <a:rPr lang="en-US" sz="2800" dirty="0"/>
            </a:br>
            <a:endParaRPr lang="en-US" sz="2800" dirty="0"/>
          </a:p>
        </p:txBody>
      </p:sp>
      <p:pic>
        <p:nvPicPr>
          <p:cNvPr id="7" name="Espaço Reservado para Conteúdo 6" descr="Tela de computado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8BB44332-813D-572E-FA22-95D6CAC620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3180" y="1439056"/>
            <a:ext cx="6970427" cy="5126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02393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9B65F7F7-2FCE-8F01-53DE-15C39342BE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92E7F5C-14DD-E93A-6858-1839B5E1E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1821" y="501345"/>
            <a:ext cx="8728364" cy="689279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ctr"/>
            <a:r>
              <a:rPr lang="en-US" sz="2400" dirty="0"/>
              <a:t>3: Controle e Liberdade do </a:t>
            </a:r>
            <a:r>
              <a:rPr lang="en-US" sz="2400" dirty="0" err="1"/>
              <a:t>Usuário</a:t>
            </a:r>
            <a:br>
              <a:rPr lang="en-US" sz="2400" dirty="0"/>
            </a:br>
            <a:endParaRPr lang="en-US" sz="2400" dirty="0"/>
          </a:p>
        </p:txBody>
      </p:sp>
      <p:pic>
        <p:nvPicPr>
          <p:cNvPr id="7" name="Espaço Reservado para Conteúdo 6" descr="Diagrama&#10;&#10;O conteúdo gerado por IA pode estar incorreto.">
            <a:extLst>
              <a:ext uri="{FF2B5EF4-FFF2-40B4-BE49-F238E27FC236}">
                <a16:creationId xmlns:a16="http://schemas.microsoft.com/office/drawing/2014/main" id="{469EF674-609E-64F4-7DC0-6E70250EE8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0054" y="1782115"/>
            <a:ext cx="5491891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484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9B65F7F7-2FCE-8F01-53DE-15C39342BE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A03FC1E-29A8-8627-A599-EE5E7792C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1821" y="501345"/>
            <a:ext cx="8728364" cy="689279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ctr"/>
            <a:r>
              <a:rPr lang="en-US" sz="2400" dirty="0"/>
              <a:t>4: Consistência e </a:t>
            </a:r>
            <a:r>
              <a:rPr lang="en-US" sz="2400" dirty="0" err="1"/>
              <a:t>Padrões</a:t>
            </a:r>
            <a:br>
              <a:rPr lang="en-US" sz="2400" dirty="0"/>
            </a:br>
            <a:endParaRPr lang="en-US" sz="2400" dirty="0"/>
          </a:p>
        </p:txBody>
      </p:sp>
      <p:pic>
        <p:nvPicPr>
          <p:cNvPr id="7" name="Espaço Reservado para Conteúdo 6" descr="Diagrama&#10;&#10;O conteúdo gerado por IA pode estar incorreto.">
            <a:extLst>
              <a:ext uri="{FF2B5EF4-FFF2-40B4-BE49-F238E27FC236}">
                <a16:creationId xmlns:a16="http://schemas.microsoft.com/office/drawing/2014/main" id="{057387D5-BE11-2EE4-46EB-B527C0549A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6448" y="1782115"/>
            <a:ext cx="5459104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0274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9B65F7F7-2FCE-8F01-53DE-15C39342BE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6A56505-F83C-12AA-65E1-0CC5BD68D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1821" y="501345"/>
            <a:ext cx="8728364" cy="689279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ctr"/>
            <a:r>
              <a:rPr lang="en-US" sz="2400" dirty="0"/>
              <a:t>5: </a:t>
            </a:r>
            <a:r>
              <a:rPr lang="en-US" sz="2400" dirty="0" err="1"/>
              <a:t>Prevenção</a:t>
            </a:r>
            <a:r>
              <a:rPr lang="en-US" sz="2400" dirty="0"/>
              <a:t> de </a:t>
            </a:r>
            <a:r>
              <a:rPr lang="en-US" sz="2400" dirty="0" err="1"/>
              <a:t>erros</a:t>
            </a:r>
            <a:br>
              <a:rPr lang="en-US" sz="2400" dirty="0"/>
            </a:br>
            <a:endParaRPr lang="en-US" sz="2400" dirty="0"/>
          </a:p>
        </p:txBody>
      </p:sp>
      <p:pic>
        <p:nvPicPr>
          <p:cNvPr id="7" name="Espaço Reservado para Conteúdo 6" descr="Diagrama&#10;&#10;O conteúdo gerado por IA pode estar incorreto.">
            <a:extLst>
              <a:ext uri="{FF2B5EF4-FFF2-40B4-BE49-F238E27FC236}">
                <a16:creationId xmlns:a16="http://schemas.microsoft.com/office/drawing/2014/main" id="{9F8D73CD-C0AF-A27C-2AA2-50875DDBE4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1092" y="1782115"/>
            <a:ext cx="5609815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2009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73A4F6-D12F-2AC4-1F71-954476A25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pt-BR" sz="2400" dirty="0"/>
              <a:t>6: Reconhecimento em vez de recordação</a:t>
            </a:r>
            <a:br>
              <a:rPr lang="pt-BR" sz="2400" dirty="0"/>
            </a:br>
            <a:br>
              <a:rPr lang="pt-BR" sz="2400" dirty="0"/>
            </a:br>
            <a:endParaRPr lang="pt-BR" sz="2400" dirty="0"/>
          </a:p>
        </p:txBody>
      </p:sp>
      <p:pic>
        <p:nvPicPr>
          <p:cNvPr id="7" name="Espaço Reservado para Conteúdo 6" descr="Interface gráfica do usuário, Aplicativo&#10;&#10;O conteúdo gerado por IA pode estar incorreto.">
            <a:extLst>
              <a:ext uri="{FF2B5EF4-FFF2-40B4-BE49-F238E27FC236}">
                <a16:creationId xmlns:a16="http://schemas.microsoft.com/office/drawing/2014/main" id="{FA8FA4B6-B105-2BBA-4CA8-81B84409F8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6631" y="1716088"/>
            <a:ext cx="5806000" cy="4592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51718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9B65F7F7-2FCE-8F01-53DE-15C39342BE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A29EB3E-EF0F-5F73-099E-747F830CB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1821" y="501345"/>
            <a:ext cx="8728364" cy="68927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2000"/>
              <a:t>7: Flexibilidade e Eficiência de Uso</a:t>
            </a:r>
            <a:br>
              <a:rPr lang="en-US" sz="2000"/>
            </a:br>
            <a:endParaRPr lang="en-US" sz="2000"/>
          </a:p>
        </p:txBody>
      </p:sp>
      <p:pic>
        <p:nvPicPr>
          <p:cNvPr id="7" name="Espaço Reservado para Conteúdo 6" descr="Diagrama&#10;&#10;O conteúdo gerado por IA pode estar incorreto.">
            <a:extLst>
              <a:ext uri="{FF2B5EF4-FFF2-40B4-BE49-F238E27FC236}">
                <a16:creationId xmlns:a16="http://schemas.microsoft.com/office/drawing/2014/main" id="{15754EB1-781E-EAB8-7755-AEEBAA5E3F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1000" y="1782115"/>
            <a:ext cx="6350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99179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9B65F7F7-2FCE-8F01-53DE-15C39342BE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0A7BADD-7794-3004-4673-A92209B0F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1818" y="933590"/>
            <a:ext cx="8728364" cy="689279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ctr"/>
            <a:r>
              <a:rPr lang="en-US" sz="2400" dirty="0"/>
              <a:t>8: Design </a:t>
            </a:r>
            <a:r>
              <a:rPr lang="en-US" sz="2400" dirty="0" err="1"/>
              <a:t>Estético</a:t>
            </a:r>
            <a:r>
              <a:rPr lang="en-US" sz="2400" dirty="0"/>
              <a:t> e </a:t>
            </a:r>
            <a:r>
              <a:rPr lang="en-US" sz="2400" dirty="0" err="1"/>
              <a:t>Minimalista</a:t>
            </a:r>
            <a:br>
              <a:rPr lang="en-US" sz="2400" dirty="0"/>
            </a:br>
            <a:br>
              <a:rPr lang="en-US" sz="2400" dirty="0"/>
            </a:br>
            <a:endParaRPr lang="en-US" sz="2400" dirty="0"/>
          </a:p>
        </p:txBody>
      </p:sp>
      <p:pic>
        <p:nvPicPr>
          <p:cNvPr id="7" name="Espaço Reservado para Conteúdo 6" descr="Interface gráfica do usuário, Aplicativo&#10;&#10;O conteúdo gerado por IA pode estar incorreto.">
            <a:extLst>
              <a:ext uri="{FF2B5EF4-FFF2-40B4-BE49-F238E27FC236}">
                <a16:creationId xmlns:a16="http://schemas.microsoft.com/office/drawing/2014/main" id="{04043D5C-11C9-AC0B-6108-4C5E92441B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7461" y="1782115"/>
            <a:ext cx="5137078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59795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9B65F7F7-2FCE-8F01-53DE-15C39342BE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D4E1D93-A8AA-6311-1080-43B542647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1818" y="786158"/>
            <a:ext cx="8728364" cy="689279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ctr"/>
            <a:r>
              <a:rPr lang="en-US" sz="2400" dirty="0"/>
              <a:t>9: </a:t>
            </a:r>
            <a:r>
              <a:rPr lang="en-US" sz="2400" dirty="0" err="1"/>
              <a:t>Ajudar</a:t>
            </a:r>
            <a:r>
              <a:rPr lang="en-US" sz="2400" dirty="0"/>
              <a:t> </a:t>
            </a:r>
            <a:r>
              <a:rPr lang="en-US" sz="2400" dirty="0" err="1"/>
              <a:t>os</a:t>
            </a:r>
            <a:r>
              <a:rPr lang="en-US" sz="2400" dirty="0"/>
              <a:t> </a:t>
            </a:r>
            <a:r>
              <a:rPr lang="en-US" sz="2400" dirty="0" err="1"/>
              <a:t>usuários</a:t>
            </a:r>
            <a:r>
              <a:rPr lang="en-US" sz="2400" dirty="0"/>
              <a:t> a </a:t>
            </a:r>
            <a:r>
              <a:rPr lang="en-US" sz="2400" dirty="0" err="1"/>
              <a:t>reconhecer</a:t>
            </a:r>
            <a:r>
              <a:rPr lang="en-US" sz="2400" dirty="0"/>
              <a:t>, </a:t>
            </a:r>
            <a:r>
              <a:rPr lang="en-US" sz="2400" dirty="0" err="1"/>
              <a:t>diagnosticar</a:t>
            </a:r>
            <a:r>
              <a:rPr lang="en-US" sz="2400" dirty="0"/>
              <a:t> e </a:t>
            </a:r>
            <a:r>
              <a:rPr lang="en-US" sz="2400" dirty="0" err="1"/>
              <a:t>recuperar</a:t>
            </a:r>
            <a:r>
              <a:rPr lang="en-US" sz="2400" dirty="0"/>
              <a:t>-se de </a:t>
            </a:r>
            <a:r>
              <a:rPr lang="en-US" sz="2400" dirty="0" err="1"/>
              <a:t>erros</a:t>
            </a:r>
            <a:r>
              <a:rPr lang="en-US" sz="2400" dirty="0"/>
              <a:t>.</a:t>
            </a:r>
            <a:br>
              <a:rPr lang="en-US" sz="2400" dirty="0"/>
            </a:br>
            <a:endParaRPr lang="en-US" sz="2400" dirty="0"/>
          </a:p>
        </p:txBody>
      </p:sp>
      <p:pic>
        <p:nvPicPr>
          <p:cNvPr id="7" name="Espaço Reservado para Conteúdo 6" descr="Diagrama, Tabela&#10;&#10;O conteúdo gerado por IA pode estar incorreto.">
            <a:extLst>
              <a:ext uri="{FF2B5EF4-FFF2-40B4-BE49-F238E27FC236}">
                <a16:creationId xmlns:a16="http://schemas.microsoft.com/office/drawing/2014/main" id="{7C7F28EC-DEF2-C71B-DE33-E061B873B6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3143" y="1782115"/>
            <a:ext cx="5805714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80404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9B65F7F7-2FCE-8F01-53DE-15C39342BE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738F10C-1C7C-662A-B26E-0ADA00EA34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1821" y="501345"/>
            <a:ext cx="8728364" cy="689279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ctr"/>
            <a:r>
              <a:rPr lang="en-US" sz="2400" dirty="0"/>
              <a:t>10: Ajuda e Documentação</a:t>
            </a:r>
            <a:br>
              <a:rPr lang="en-US" sz="2400" dirty="0"/>
            </a:br>
            <a:endParaRPr lang="en-US" sz="2400" dirty="0"/>
          </a:p>
        </p:txBody>
      </p:sp>
      <p:pic>
        <p:nvPicPr>
          <p:cNvPr id="11" name="Espaço Reservado para Conteúdo 10" descr="Diagrama&#10;&#10;O conteúdo gerado por IA pode estar incorreto.">
            <a:extLst>
              <a:ext uri="{FF2B5EF4-FFF2-40B4-BE49-F238E27FC236}">
                <a16:creationId xmlns:a16="http://schemas.microsoft.com/office/drawing/2014/main" id="{B56D23C9-7D3B-6C65-AD15-7A7BC7D9E3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4475" y="1782115"/>
            <a:ext cx="5363049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94256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E8D3B17-7638-DFD3-18E4-8A6D61174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8AFFBFC-A24D-FAA8-F121-570AF40ECA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8534" y="603504"/>
            <a:ext cx="5916169" cy="1527048"/>
          </a:xfrm>
        </p:spPr>
        <p:txBody>
          <a:bodyPr anchor="b">
            <a:normAutofit/>
          </a:bodyPr>
          <a:lstStyle/>
          <a:p>
            <a:r>
              <a:rPr lang="pt-BR" dirty="0"/>
              <a:t>Princípios POUR</a:t>
            </a:r>
          </a:p>
        </p:txBody>
      </p:sp>
      <p:pic>
        <p:nvPicPr>
          <p:cNvPr id="5" name="Picture 4" descr="Uma pessoa tentando pegar um papel em uma mesa cheia de papel e notas autoadesivas">
            <a:extLst>
              <a:ext uri="{FF2B5EF4-FFF2-40B4-BE49-F238E27FC236}">
                <a16:creationId xmlns:a16="http://schemas.microsoft.com/office/drawing/2014/main" id="{6AB6A041-AD19-76E1-C52F-3BE548148A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607" r="26600" b="-1"/>
          <a:stretch>
            <a:fillRect/>
          </a:stretch>
        </p:blipFill>
        <p:spPr>
          <a:xfrm>
            <a:off x="20" y="10"/>
            <a:ext cx="4910308" cy="6857990"/>
          </a:xfrm>
          <a:prstGeom prst="rect">
            <a:avLst/>
          </a:prstGeom>
        </p:spPr>
      </p:pic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6B0C372-CD26-69AC-7AC6-B083BDFD67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68533" y="2214282"/>
            <a:ext cx="5916169" cy="409507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1800" dirty="0"/>
              <a:t>Os princípios POUR são diretrizes fundamentais para criar conteúdo e interfaces acessíveis. Eles fazem parte das WCAG (Web Content </a:t>
            </a:r>
            <a:r>
              <a:rPr lang="pt-BR" sz="1800" dirty="0" err="1"/>
              <a:t>Accessibility</a:t>
            </a:r>
            <a:r>
              <a:rPr lang="pt-BR" sz="1800" dirty="0"/>
              <a:t> Guidelines) e garantem que produtos digitais sejam utilizáveis por todas as pessoas, incluindo aquelas com deficiências.</a:t>
            </a:r>
          </a:p>
        </p:txBody>
      </p:sp>
    </p:spTree>
    <p:extLst>
      <p:ext uri="{BB962C8B-B14F-4D97-AF65-F5344CB8AC3E}">
        <p14:creationId xmlns:p14="http://schemas.microsoft.com/office/powerpoint/2010/main" val="781881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00DC1B0-7E1A-BD02-3F93-19E6B1B75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60E0FC5-AF99-7609-0C2E-F66172D88D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48638"/>
            <a:ext cx="3493008" cy="578815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800" dirty="0" err="1"/>
              <a:t>Princípios</a:t>
            </a:r>
            <a:r>
              <a:rPr lang="en-US" sz="2800" dirty="0"/>
              <a:t> POUR</a:t>
            </a:r>
            <a:br>
              <a:rPr lang="en-US" sz="2800" dirty="0"/>
            </a:br>
            <a:r>
              <a:rPr lang="en-US" sz="2800" dirty="0"/>
              <a:t>1. </a:t>
            </a:r>
            <a:r>
              <a:rPr lang="en-US" sz="2800" dirty="0" err="1"/>
              <a:t>Perceptível</a:t>
            </a:r>
            <a:endParaRPr lang="en-US" sz="2800" dirty="0"/>
          </a:p>
        </p:txBody>
      </p:sp>
      <p:graphicFrame>
        <p:nvGraphicFramePr>
          <p:cNvPr id="12" name="Espaço Reservado para Conteúdo 6">
            <a:extLst>
              <a:ext uri="{FF2B5EF4-FFF2-40B4-BE49-F238E27FC236}">
                <a16:creationId xmlns:a16="http://schemas.microsoft.com/office/drawing/2014/main" id="{C83D0503-740A-CEA6-294A-D6B9CC6E163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4559193"/>
              </p:ext>
            </p:extLst>
          </p:nvPr>
        </p:nvGraphicFramePr>
        <p:xfrm>
          <a:off x="4608246" y="548640"/>
          <a:ext cx="6949440" cy="578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5701826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00DC1B0-7E1A-BD02-3F93-19E6B1B75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F1565EE-1873-D65B-B661-E6B41E211F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48638"/>
            <a:ext cx="3493008" cy="5788152"/>
          </a:xfrm>
        </p:spPr>
        <p:txBody>
          <a:bodyPr anchor="ctr">
            <a:normAutofit/>
          </a:bodyPr>
          <a:lstStyle/>
          <a:p>
            <a:r>
              <a:rPr lang="pt-BR" sz="2800" dirty="0"/>
              <a:t>Princípios POUR</a:t>
            </a:r>
            <a:br>
              <a:rPr lang="pt-BR" sz="2800" dirty="0"/>
            </a:br>
            <a:r>
              <a:rPr lang="pt-BR" sz="2800" dirty="0"/>
              <a:t>2. Operável</a:t>
            </a:r>
          </a:p>
        </p:txBody>
      </p:sp>
      <p:graphicFrame>
        <p:nvGraphicFramePr>
          <p:cNvPr id="5" name="Espaço Reservado para Conteúdo 2">
            <a:extLst>
              <a:ext uri="{FF2B5EF4-FFF2-40B4-BE49-F238E27FC236}">
                <a16:creationId xmlns:a16="http://schemas.microsoft.com/office/drawing/2014/main" id="{521580AB-AB09-AD03-5BC9-95BC439C317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22601099"/>
              </p:ext>
            </p:extLst>
          </p:nvPr>
        </p:nvGraphicFramePr>
        <p:xfrm>
          <a:off x="4608246" y="548640"/>
          <a:ext cx="6949440" cy="578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655745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00DC1B0-7E1A-BD02-3F93-19E6B1B75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E93B3BB-C0A8-57FD-50AE-A2FADDAE0A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48638"/>
            <a:ext cx="3493008" cy="5788152"/>
          </a:xfrm>
        </p:spPr>
        <p:txBody>
          <a:bodyPr anchor="ctr">
            <a:normAutofit/>
          </a:bodyPr>
          <a:lstStyle/>
          <a:p>
            <a:r>
              <a:rPr lang="pt-BR" sz="2800" dirty="0"/>
              <a:t>Princípios POUR</a:t>
            </a:r>
            <a:br>
              <a:rPr lang="pt-BR" sz="2800" dirty="0"/>
            </a:br>
            <a:r>
              <a:rPr lang="pt-BR" sz="2800" dirty="0"/>
              <a:t>3. Compreensível</a:t>
            </a:r>
          </a:p>
        </p:txBody>
      </p:sp>
      <p:graphicFrame>
        <p:nvGraphicFramePr>
          <p:cNvPr id="5" name="Espaço Reservado para Conteúdo 2">
            <a:extLst>
              <a:ext uri="{FF2B5EF4-FFF2-40B4-BE49-F238E27FC236}">
                <a16:creationId xmlns:a16="http://schemas.microsoft.com/office/drawing/2014/main" id="{DC8792CE-B7DA-CF1F-F96F-4D32C95E2A9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87949972"/>
              </p:ext>
            </p:extLst>
          </p:nvPr>
        </p:nvGraphicFramePr>
        <p:xfrm>
          <a:off x="4608246" y="548640"/>
          <a:ext cx="6949440" cy="578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2473316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139EE8-C66E-C42B-6FC5-2C1AD3D5BD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A252DDA-82F6-8425-C66E-3C5FC4D8D5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45C4C52-E872-F097-243C-DF7467100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48638"/>
            <a:ext cx="3493008" cy="5788152"/>
          </a:xfrm>
        </p:spPr>
        <p:txBody>
          <a:bodyPr anchor="ctr">
            <a:normAutofit/>
          </a:bodyPr>
          <a:lstStyle/>
          <a:p>
            <a:r>
              <a:rPr lang="pt-BR" sz="2800" dirty="0"/>
              <a:t>Princípios POUR</a:t>
            </a:r>
            <a:br>
              <a:rPr lang="pt-BR" sz="2800" dirty="0"/>
            </a:br>
            <a:r>
              <a:rPr lang="pt-BR" sz="2800" dirty="0"/>
              <a:t>4. Robusto</a:t>
            </a:r>
          </a:p>
        </p:txBody>
      </p:sp>
      <p:graphicFrame>
        <p:nvGraphicFramePr>
          <p:cNvPr id="5" name="Espaço Reservado para Conteúdo 2">
            <a:extLst>
              <a:ext uri="{FF2B5EF4-FFF2-40B4-BE49-F238E27FC236}">
                <a16:creationId xmlns:a16="http://schemas.microsoft.com/office/drawing/2014/main" id="{C8C5EFA9-0178-4107-6A86-76B436AEC53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608246" y="548640"/>
          <a:ext cx="6949440" cy="578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1510405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00DC1B0-7E1A-BD02-3F93-19E6B1B75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88C885A-4DC9-04EA-3A6E-138E5E5A34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48638"/>
            <a:ext cx="3493008" cy="5788152"/>
          </a:xfrm>
        </p:spPr>
        <p:txBody>
          <a:bodyPr anchor="ctr">
            <a:normAutofit/>
          </a:bodyPr>
          <a:lstStyle/>
          <a:p>
            <a:r>
              <a:rPr lang="pt-BR" sz="3700"/>
              <a:t>Níveis de Conformidade (A, AA, AAA)</a:t>
            </a:r>
          </a:p>
        </p:txBody>
      </p:sp>
      <p:graphicFrame>
        <p:nvGraphicFramePr>
          <p:cNvPr id="5" name="Espaço Reservado para Conteúdo 2">
            <a:extLst>
              <a:ext uri="{FF2B5EF4-FFF2-40B4-BE49-F238E27FC236}">
                <a16:creationId xmlns:a16="http://schemas.microsoft.com/office/drawing/2014/main" id="{A6A07620-CCA8-EFF7-6EDF-99B567CED5B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09697460"/>
              </p:ext>
            </p:extLst>
          </p:nvPr>
        </p:nvGraphicFramePr>
        <p:xfrm>
          <a:off x="4608246" y="548640"/>
          <a:ext cx="6949440" cy="578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092195505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455</Words>
  <Application>Microsoft Office PowerPoint</Application>
  <PresentationFormat>Widescreen</PresentationFormat>
  <Paragraphs>46</Paragraphs>
  <Slides>17</Slides>
  <Notes>5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1" baseType="lpstr">
      <vt:lpstr>Aptos</vt:lpstr>
      <vt:lpstr>Arial</vt:lpstr>
      <vt:lpstr>Neue Haas Grotesk Text Pro</vt:lpstr>
      <vt:lpstr>VanillaVTI</vt:lpstr>
      <vt:lpstr>Usabilidade, desenvolvimento web</vt:lpstr>
      <vt:lpstr>1: Visibilidade do estado do sistema</vt:lpstr>
      <vt:lpstr>2: Correspondência entre o sistema e o mundo real </vt:lpstr>
      <vt:lpstr>3: Controle e Liberdade do Usuário </vt:lpstr>
      <vt:lpstr>4: Consistência e Padrões </vt:lpstr>
      <vt:lpstr>5: Prevenção de erros </vt:lpstr>
      <vt:lpstr>6: Reconhecimento em vez de recordação  </vt:lpstr>
      <vt:lpstr>7: Flexibilidade e Eficiência de Uso </vt:lpstr>
      <vt:lpstr>8: Design Estético e Minimalista  </vt:lpstr>
      <vt:lpstr>9: Ajudar os usuários a reconhecer, diagnosticar e recuperar-se de erros. </vt:lpstr>
      <vt:lpstr>10: Ajuda e Documentação </vt:lpstr>
      <vt:lpstr>Princípios POUR</vt:lpstr>
      <vt:lpstr>Princípios POUR 1. Perceptível</vt:lpstr>
      <vt:lpstr>Princípios POUR 2. Operável</vt:lpstr>
      <vt:lpstr>Princípios POUR 3. Compreensível</vt:lpstr>
      <vt:lpstr>Princípios POUR 4. Robusto</vt:lpstr>
      <vt:lpstr>Níveis de Conformidade (A, AA, AAA)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Danilo de Souza Miguel</dc:creator>
  <cp:lastModifiedBy>Danilo de Souza Miguel</cp:lastModifiedBy>
  <cp:revision>2</cp:revision>
  <dcterms:created xsi:type="dcterms:W3CDTF">2026-02-18T23:43:39Z</dcterms:created>
  <dcterms:modified xsi:type="dcterms:W3CDTF">2026-02-19T19:07:33Z</dcterms:modified>
</cp:coreProperties>
</file>